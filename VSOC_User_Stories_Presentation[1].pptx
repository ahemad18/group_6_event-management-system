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647FBD-E100-4A65-90E5-B4BF86862A30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AC4B400-48D3-4FCE-A62A-49287E5C4A2A}">
      <dgm:prSet/>
      <dgm:spPr/>
      <dgm:t>
        <a:bodyPr/>
        <a:lstStyle/>
        <a:p>
          <a:r>
            <a:rPr lang="en-US"/>
            <a:t>The Vehicle Security Operations Center (VSOC) is a cloud-based platform designed to protect fleets of connected and autonomous vehicles from cyber threats.</a:t>
          </a:r>
        </a:p>
      </dgm:t>
    </dgm:pt>
    <dgm:pt modelId="{BE0A5210-BC71-44E7-B90D-96A20C9A6BE7}" type="parTrans" cxnId="{4699391D-542B-4EFE-A1C7-6E564DA48639}">
      <dgm:prSet/>
      <dgm:spPr/>
      <dgm:t>
        <a:bodyPr/>
        <a:lstStyle/>
        <a:p>
          <a:endParaRPr lang="en-US"/>
        </a:p>
      </dgm:t>
    </dgm:pt>
    <dgm:pt modelId="{5D992977-B42C-4D66-BCA5-FE632A1A9332}" type="sibTrans" cxnId="{4699391D-542B-4EFE-A1C7-6E564DA48639}">
      <dgm:prSet/>
      <dgm:spPr/>
      <dgm:t>
        <a:bodyPr/>
        <a:lstStyle/>
        <a:p>
          <a:endParaRPr lang="en-US"/>
        </a:p>
      </dgm:t>
    </dgm:pt>
    <dgm:pt modelId="{DA917CA7-FDAF-4231-A120-EE7982232B67}">
      <dgm:prSet/>
      <dgm:spPr/>
      <dgm:t>
        <a:bodyPr/>
        <a:lstStyle/>
        <a:p>
          <a:r>
            <a:rPr lang="en-US"/>
            <a:t>It serves multiple stakeholders: Security Analysts, Data Engineers/DevOps Engineers, and Compliance Officers.</a:t>
          </a:r>
        </a:p>
      </dgm:t>
    </dgm:pt>
    <dgm:pt modelId="{0F6CE43B-CC3C-4BA7-9780-8EA7C85C9613}" type="parTrans" cxnId="{C0E77A8A-7EAA-4490-A1A8-44BDE89B0DD0}">
      <dgm:prSet/>
      <dgm:spPr/>
      <dgm:t>
        <a:bodyPr/>
        <a:lstStyle/>
        <a:p>
          <a:endParaRPr lang="en-US"/>
        </a:p>
      </dgm:t>
    </dgm:pt>
    <dgm:pt modelId="{2837079D-F48A-44D9-85A8-20AF40999639}" type="sibTrans" cxnId="{C0E77A8A-7EAA-4490-A1A8-44BDE89B0DD0}">
      <dgm:prSet/>
      <dgm:spPr/>
      <dgm:t>
        <a:bodyPr/>
        <a:lstStyle/>
        <a:p>
          <a:endParaRPr lang="en-US"/>
        </a:p>
      </dgm:t>
    </dgm:pt>
    <dgm:pt modelId="{E48E4EB3-7272-4A3F-B7CE-7ADBC76105FB}">
      <dgm:prSet/>
      <dgm:spPr/>
      <dgm:t>
        <a:bodyPr/>
        <a:lstStyle/>
        <a:p>
          <a:r>
            <a:rPr lang="en-US"/>
            <a:t>User stories highlight each stakeholder's needs, benefits, and success criteria.</a:t>
          </a:r>
        </a:p>
      </dgm:t>
    </dgm:pt>
    <dgm:pt modelId="{ACC0E20B-BC23-4B0A-B5EB-1CDBBE9160F1}" type="parTrans" cxnId="{096638FC-7245-43FB-8EC8-753E21765B36}">
      <dgm:prSet/>
      <dgm:spPr/>
      <dgm:t>
        <a:bodyPr/>
        <a:lstStyle/>
        <a:p>
          <a:endParaRPr lang="en-US"/>
        </a:p>
      </dgm:t>
    </dgm:pt>
    <dgm:pt modelId="{1047F7AD-26F3-4353-A526-DDA57585F947}" type="sibTrans" cxnId="{096638FC-7245-43FB-8EC8-753E21765B36}">
      <dgm:prSet/>
      <dgm:spPr/>
      <dgm:t>
        <a:bodyPr/>
        <a:lstStyle/>
        <a:p>
          <a:endParaRPr lang="en-US"/>
        </a:p>
      </dgm:t>
    </dgm:pt>
    <dgm:pt modelId="{4B753E2A-1B76-4883-8506-9770D7BA5300}" type="pres">
      <dgm:prSet presAssocID="{D4647FBD-E100-4A65-90E5-B4BF86862A30}" presName="vert0" presStyleCnt="0">
        <dgm:presLayoutVars>
          <dgm:dir/>
          <dgm:animOne val="branch"/>
          <dgm:animLvl val="lvl"/>
        </dgm:presLayoutVars>
      </dgm:prSet>
      <dgm:spPr/>
    </dgm:pt>
    <dgm:pt modelId="{A87FC2B2-82E9-4F15-B7DD-08E37DB88016}" type="pres">
      <dgm:prSet presAssocID="{DAC4B400-48D3-4FCE-A62A-49287E5C4A2A}" presName="thickLine" presStyleLbl="alignNode1" presStyleIdx="0" presStyleCnt="3"/>
      <dgm:spPr/>
    </dgm:pt>
    <dgm:pt modelId="{49535834-2E17-4C31-9FCB-0CA7466B2045}" type="pres">
      <dgm:prSet presAssocID="{DAC4B400-48D3-4FCE-A62A-49287E5C4A2A}" presName="horz1" presStyleCnt="0"/>
      <dgm:spPr/>
    </dgm:pt>
    <dgm:pt modelId="{3185603B-C11B-481A-905F-ADB065D758E9}" type="pres">
      <dgm:prSet presAssocID="{DAC4B400-48D3-4FCE-A62A-49287E5C4A2A}" presName="tx1" presStyleLbl="revTx" presStyleIdx="0" presStyleCnt="3"/>
      <dgm:spPr/>
    </dgm:pt>
    <dgm:pt modelId="{367A4B3A-EC2D-48BF-B327-88A99FEA7471}" type="pres">
      <dgm:prSet presAssocID="{DAC4B400-48D3-4FCE-A62A-49287E5C4A2A}" presName="vert1" presStyleCnt="0"/>
      <dgm:spPr/>
    </dgm:pt>
    <dgm:pt modelId="{2ED6515F-A834-42D7-8302-D939D78B9656}" type="pres">
      <dgm:prSet presAssocID="{DA917CA7-FDAF-4231-A120-EE7982232B67}" presName="thickLine" presStyleLbl="alignNode1" presStyleIdx="1" presStyleCnt="3"/>
      <dgm:spPr/>
    </dgm:pt>
    <dgm:pt modelId="{AD5392A2-C620-488A-B8F6-4CFCBFC59BBD}" type="pres">
      <dgm:prSet presAssocID="{DA917CA7-FDAF-4231-A120-EE7982232B67}" presName="horz1" presStyleCnt="0"/>
      <dgm:spPr/>
    </dgm:pt>
    <dgm:pt modelId="{1B540CA3-176F-44BD-92C6-DD4446B21D64}" type="pres">
      <dgm:prSet presAssocID="{DA917CA7-FDAF-4231-A120-EE7982232B67}" presName="tx1" presStyleLbl="revTx" presStyleIdx="1" presStyleCnt="3"/>
      <dgm:spPr/>
    </dgm:pt>
    <dgm:pt modelId="{8A2B8BF7-7548-4E3F-80C3-4AF1A896FFB1}" type="pres">
      <dgm:prSet presAssocID="{DA917CA7-FDAF-4231-A120-EE7982232B67}" presName="vert1" presStyleCnt="0"/>
      <dgm:spPr/>
    </dgm:pt>
    <dgm:pt modelId="{BB6A3E91-B57B-4118-969B-2104EBA7B27D}" type="pres">
      <dgm:prSet presAssocID="{E48E4EB3-7272-4A3F-B7CE-7ADBC76105FB}" presName="thickLine" presStyleLbl="alignNode1" presStyleIdx="2" presStyleCnt="3"/>
      <dgm:spPr/>
    </dgm:pt>
    <dgm:pt modelId="{7FA52EA0-A96E-4E21-917F-42743F621A9B}" type="pres">
      <dgm:prSet presAssocID="{E48E4EB3-7272-4A3F-B7CE-7ADBC76105FB}" presName="horz1" presStyleCnt="0"/>
      <dgm:spPr/>
    </dgm:pt>
    <dgm:pt modelId="{BE11CD82-4545-4CA2-8853-B7CC028BC284}" type="pres">
      <dgm:prSet presAssocID="{E48E4EB3-7272-4A3F-B7CE-7ADBC76105FB}" presName="tx1" presStyleLbl="revTx" presStyleIdx="2" presStyleCnt="3"/>
      <dgm:spPr/>
    </dgm:pt>
    <dgm:pt modelId="{A00165AF-7115-4FD8-8482-84E10F059F54}" type="pres">
      <dgm:prSet presAssocID="{E48E4EB3-7272-4A3F-B7CE-7ADBC76105FB}" presName="vert1" presStyleCnt="0"/>
      <dgm:spPr/>
    </dgm:pt>
  </dgm:ptLst>
  <dgm:cxnLst>
    <dgm:cxn modelId="{4699391D-542B-4EFE-A1C7-6E564DA48639}" srcId="{D4647FBD-E100-4A65-90E5-B4BF86862A30}" destId="{DAC4B400-48D3-4FCE-A62A-49287E5C4A2A}" srcOrd="0" destOrd="0" parTransId="{BE0A5210-BC71-44E7-B90D-96A20C9A6BE7}" sibTransId="{5D992977-B42C-4D66-BCA5-FE632A1A9332}"/>
    <dgm:cxn modelId="{0D32BD20-187A-43BB-A354-1942F71E1F68}" type="presOf" srcId="{DA917CA7-FDAF-4231-A120-EE7982232B67}" destId="{1B540CA3-176F-44BD-92C6-DD4446B21D64}" srcOrd="0" destOrd="0" presId="urn:microsoft.com/office/officeart/2008/layout/LinedList"/>
    <dgm:cxn modelId="{CDA7A95B-45C5-4A48-8EC4-54A1BE0974CF}" type="presOf" srcId="{E48E4EB3-7272-4A3F-B7CE-7ADBC76105FB}" destId="{BE11CD82-4545-4CA2-8853-B7CC028BC284}" srcOrd="0" destOrd="0" presId="urn:microsoft.com/office/officeart/2008/layout/LinedList"/>
    <dgm:cxn modelId="{E2A8AE6C-F692-4EE8-AF76-C762A327619B}" type="presOf" srcId="{D4647FBD-E100-4A65-90E5-B4BF86862A30}" destId="{4B753E2A-1B76-4883-8506-9770D7BA5300}" srcOrd="0" destOrd="0" presId="urn:microsoft.com/office/officeart/2008/layout/LinedList"/>
    <dgm:cxn modelId="{BF7A3F80-5D8C-4A79-B4DC-187853ACCF8A}" type="presOf" srcId="{DAC4B400-48D3-4FCE-A62A-49287E5C4A2A}" destId="{3185603B-C11B-481A-905F-ADB065D758E9}" srcOrd="0" destOrd="0" presId="urn:microsoft.com/office/officeart/2008/layout/LinedList"/>
    <dgm:cxn modelId="{C0E77A8A-7EAA-4490-A1A8-44BDE89B0DD0}" srcId="{D4647FBD-E100-4A65-90E5-B4BF86862A30}" destId="{DA917CA7-FDAF-4231-A120-EE7982232B67}" srcOrd="1" destOrd="0" parTransId="{0F6CE43B-CC3C-4BA7-9780-8EA7C85C9613}" sibTransId="{2837079D-F48A-44D9-85A8-20AF40999639}"/>
    <dgm:cxn modelId="{096638FC-7245-43FB-8EC8-753E21765B36}" srcId="{D4647FBD-E100-4A65-90E5-B4BF86862A30}" destId="{E48E4EB3-7272-4A3F-B7CE-7ADBC76105FB}" srcOrd="2" destOrd="0" parTransId="{ACC0E20B-BC23-4B0A-B5EB-1CDBBE9160F1}" sibTransId="{1047F7AD-26F3-4353-A526-DDA57585F947}"/>
    <dgm:cxn modelId="{E0C110EA-C4C9-4E73-B1AD-E371990C50C4}" type="presParOf" srcId="{4B753E2A-1B76-4883-8506-9770D7BA5300}" destId="{A87FC2B2-82E9-4F15-B7DD-08E37DB88016}" srcOrd="0" destOrd="0" presId="urn:microsoft.com/office/officeart/2008/layout/LinedList"/>
    <dgm:cxn modelId="{BF71A94E-E056-406B-A563-932DAF9F45BB}" type="presParOf" srcId="{4B753E2A-1B76-4883-8506-9770D7BA5300}" destId="{49535834-2E17-4C31-9FCB-0CA7466B2045}" srcOrd="1" destOrd="0" presId="urn:microsoft.com/office/officeart/2008/layout/LinedList"/>
    <dgm:cxn modelId="{80E99293-35C4-47CC-AAD1-79A006F56A7D}" type="presParOf" srcId="{49535834-2E17-4C31-9FCB-0CA7466B2045}" destId="{3185603B-C11B-481A-905F-ADB065D758E9}" srcOrd="0" destOrd="0" presId="urn:microsoft.com/office/officeart/2008/layout/LinedList"/>
    <dgm:cxn modelId="{2137B237-887B-4879-BCAD-887E4689CF96}" type="presParOf" srcId="{49535834-2E17-4C31-9FCB-0CA7466B2045}" destId="{367A4B3A-EC2D-48BF-B327-88A99FEA7471}" srcOrd="1" destOrd="0" presId="urn:microsoft.com/office/officeart/2008/layout/LinedList"/>
    <dgm:cxn modelId="{DA6CAB9A-F0BD-4BDA-8085-85EFF178F847}" type="presParOf" srcId="{4B753E2A-1B76-4883-8506-9770D7BA5300}" destId="{2ED6515F-A834-42D7-8302-D939D78B9656}" srcOrd="2" destOrd="0" presId="urn:microsoft.com/office/officeart/2008/layout/LinedList"/>
    <dgm:cxn modelId="{9DF674BD-266B-4775-8850-1B8C85BFC61A}" type="presParOf" srcId="{4B753E2A-1B76-4883-8506-9770D7BA5300}" destId="{AD5392A2-C620-488A-B8F6-4CFCBFC59BBD}" srcOrd="3" destOrd="0" presId="urn:microsoft.com/office/officeart/2008/layout/LinedList"/>
    <dgm:cxn modelId="{EE4E6A05-0B00-484B-9FCC-74052C3AB4F3}" type="presParOf" srcId="{AD5392A2-C620-488A-B8F6-4CFCBFC59BBD}" destId="{1B540CA3-176F-44BD-92C6-DD4446B21D64}" srcOrd="0" destOrd="0" presId="urn:microsoft.com/office/officeart/2008/layout/LinedList"/>
    <dgm:cxn modelId="{8CF1B9EA-0D8A-410D-8FD3-9728165A29BA}" type="presParOf" srcId="{AD5392A2-C620-488A-B8F6-4CFCBFC59BBD}" destId="{8A2B8BF7-7548-4E3F-80C3-4AF1A896FFB1}" srcOrd="1" destOrd="0" presId="urn:microsoft.com/office/officeart/2008/layout/LinedList"/>
    <dgm:cxn modelId="{EE227D00-EF6B-44F4-8A01-3F213A9AF11F}" type="presParOf" srcId="{4B753E2A-1B76-4883-8506-9770D7BA5300}" destId="{BB6A3E91-B57B-4118-969B-2104EBA7B27D}" srcOrd="4" destOrd="0" presId="urn:microsoft.com/office/officeart/2008/layout/LinedList"/>
    <dgm:cxn modelId="{D677061F-6780-496B-88CB-8D35425930DA}" type="presParOf" srcId="{4B753E2A-1B76-4883-8506-9770D7BA5300}" destId="{7FA52EA0-A96E-4E21-917F-42743F621A9B}" srcOrd="5" destOrd="0" presId="urn:microsoft.com/office/officeart/2008/layout/LinedList"/>
    <dgm:cxn modelId="{3D9B7909-5AB4-4270-A9EA-E7E8B029BB77}" type="presParOf" srcId="{7FA52EA0-A96E-4E21-917F-42743F621A9B}" destId="{BE11CD82-4545-4CA2-8853-B7CC028BC284}" srcOrd="0" destOrd="0" presId="urn:microsoft.com/office/officeart/2008/layout/LinedList"/>
    <dgm:cxn modelId="{F2F44594-FCD9-4686-8221-D00FFCAE0CA7}" type="presParOf" srcId="{7FA52EA0-A96E-4E21-917F-42743F621A9B}" destId="{A00165AF-7115-4FD8-8482-84E10F059F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71B586-DD7C-46DC-8CED-581D8F7E2211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B66FEE-A2D0-471A-A6C6-096B5EBE85A4}">
      <dgm:prSet/>
      <dgm:spPr/>
      <dgm:t>
        <a:bodyPr/>
        <a:lstStyle/>
        <a:p>
          <a:r>
            <a:rPr lang="en-US"/>
            <a:t>As a security analyst, I want a live dashboard showing real-time threat alerts so that I can quickly identify cybersecurity incidents.</a:t>
          </a:r>
        </a:p>
      </dgm:t>
    </dgm:pt>
    <dgm:pt modelId="{86E8B28F-BC6A-4DEC-A4AE-2C0CAFD4EA3D}" type="parTrans" cxnId="{B0D1820E-5B2E-4BFD-ACBD-FEE9137F7CB7}">
      <dgm:prSet/>
      <dgm:spPr/>
      <dgm:t>
        <a:bodyPr/>
        <a:lstStyle/>
        <a:p>
          <a:endParaRPr lang="en-US"/>
        </a:p>
      </dgm:t>
    </dgm:pt>
    <dgm:pt modelId="{422F5B6A-F471-46D8-9AE0-BD9FC272B909}" type="sibTrans" cxnId="{B0D1820E-5B2E-4BFD-ACBD-FEE9137F7CB7}">
      <dgm:prSet/>
      <dgm:spPr/>
      <dgm:t>
        <a:bodyPr/>
        <a:lstStyle/>
        <a:p>
          <a:endParaRPr lang="en-US"/>
        </a:p>
      </dgm:t>
    </dgm:pt>
    <dgm:pt modelId="{5D56BBB3-3666-4616-867B-3CFDD1A59A9B}">
      <dgm:prSet/>
      <dgm:spPr/>
      <dgm:t>
        <a:bodyPr/>
        <a:lstStyle/>
        <a:p>
          <a:r>
            <a:rPr lang="en-US"/>
            <a:t>Acceptance Criteria:</a:t>
          </a:r>
        </a:p>
      </dgm:t>
    </dgm:pt>
    <dgm:pt modelId="{E7FE911A-A9A2-4F49-9C37-A9E119D59992}" type="parTrans" cxnId="{DD6B174C-2AB2-4E73-BF2C-9920A4EEC499}">
      <dgm:prSet/>
      <dgm:spPr/>
      <dgm:t>
        <a:bodyPr/>
        <a:lstStyle/>
        <a:p>
          <a:endParaRPr lang="en-US"/>
        </a:p>
      </dgm:t>
    </dgm:pt>
    <dgm:pt modelId="{0D80884D-DC98-4898-BA5D-9E764CC43AC1}" type="sibTrans" cxnId="{DD6B174C-2AB2-4E73-BF2C-9920A4EEC499}">
      <dgm:prSet/>
      <dgm:spPr/>
      <dgm:t>
        <a:bodyPr/>
        <a:lstStyle/>
        <a:p>
          <a:endParaRPr lang="en-US"/>
        </a:p>
      </dgm:t>
    </dgm:pt>
    <dgm:pt modelId="{5C4D3D14-404E-4ACB-8A6F-7E0022D6A085}">
      <dgm:prSet/>
      <dgm:spPr/>
      <dgm:t>
        <a:bodyPr/>
        <a:lstStyle/>
        <a:p>
          <a:r>
            <a:rPr lang="en-US"/>
            <a:t>- Given VSOC is connected to vehicle data streams</a:t>
          </a:r>
        </a:p>
      </dgm:t>
    </dgm:pt>
    <dgm:pt modelId="{206B7C8B-327D-43D3-B5DD-90BA904D00B1}" type="parTrans" cxnId="{C329CD35-1041-4AFD-8E45-C57EFA735EF3}">
      <dgm:prSet/>
      <dgm:spPr/>
      <dgm:t>
        <a:bodyPr/>
        <a:lstStyle/>
        <a:p>
          <a:endParaRPr lang="en-US"/>
        </a:p>
      </dgm:t>
    </dgm:pt>
    <dgm:pt modelId="{7724F19B-C4E9-4914-8E66-CD44BD6C32AB}" type="sibTrans" cxnId="{C329CD35-1041-4AFD-8E45-C57EFA735EF3}">
      <dgm:prSet/>
      <dgm:spPr/>
      <dgm:t>
        <a:bodyPr/>
        <a:lstStyle/>
        <a:p>
          <a:endParaRPr lang="en-US"/>
        </a:p>
      </dgm:t>
    </dgm:pt>
    <dgm:pt modelId="{B19472DF-09EA-48E8-B138-C13BB05D124D}">
      <dgm:prSet/>
      <dgm:spPr/>
      <dgm:t>
        <a:bodyPr/>
        <a:lstStyle/>
        <a:p>
          <a:r>
            <a:rPr lang="en-US"/>
            <a:t>- When a security threat is detected</a:t>
          </a:r>
        </a:p>
      </dgm:t>
    </dgm:pt>
    <dgm:pt modelId="{7B970FCB-6FAC-4131-B6C9-2C68FA7B67B4}" type="parTrans" cxnId="{2618A4F1-AB44-42C8-916D-829D2B01CC09}">
      <dgm:prSet/>
      <dgm:spPr/>
      <dgm:t>
        <a:bodyPr/>
        <a:lstStyle/>
        <a:p>
          <a:endParaRPr lang="en-US"/>
        </a:p>
      </dgm:t>
    </dgm:pt>
    <dgm:pt modelId="{CD7FF9B4-576F-4EB2-A903-97F7C2CDC709}" type="sibTrans" cxnId="{2618A4F1-AB44-42C8-916D-829D2B01CC09}">
      <dgm:prSet/>
      <dgm:spPr/>
      <dgm:t>
        <a:bodyPr/>
        <a:lstStyle/>
        <a:p>
          <a:endParaRPr lang="en-US"/>
        </a:p>
      </dgm:t>
    </dgm:pt>
    <dgm:pt modelId="{9293A0D7-23AF-42C0-A52D-2DCD788A2F3E}">
      <dgm:prSet/>
      <dgm:spPr/>
      <dgm:t>
        <a:bodyPr/>
        <a:lstStyle/>
        <a:p>
          <a:r>
            <a:rPr lang="en-US"/>
            <a:t>- Then an alert is displayed on the dashboard with action options</a:t>
          </a:r>
        </a:p>
      </dgm:t>
    </dgm:pt>
    <dgm:pt modelId="{F46E8A04-A3EB-40D1-BB16-0D409E1C92D8}" type="parTrans" cxnId="{8D4D1E3F-BA19-4E86-95F7-4B3ECA920E17}">
      <dgm:prSet/>
      <dgm:spPr/>
      <dgm:t>
        <a:bodyPr/>
        <a:lstStyle/>
        <a:p>
          <a:endParaRPr lang="en-US"/>
        </a:p>
      </dgm:t>
    </dgm:pt>
    <dgm:pt modelId="{ED83C07D-B8C6-42C0-A57B-02C0EA79E335}" type="sibTrans" cxnId="{8D4D1E3F-BA19-4E86-95F7-4B3ECA920E17}">
      <dgm:prSet/>
      <dgm:spPr/>
      <dgm:t>
        <a:bodyPr/>
        <a:lstStyle/>
        <a:p>
          <a:endParaRPr lang="en-US"/>
        </a:p>
      </dgm:t>
    </dgm:pt>
    <dgm:pt modelId="{580D6568-8D6D-49A6-BEDB-99C5A83F8EA3}">
      <dgm:prSet/>
      <dgm:spPr/>
      <dgm:t>
        <a:bodyPr/>
        <a:lstStyle/>
        <a:p>
          <a:r>
            <a:rPr lang="en-US"/>
            <a:t>INVEST: Independent, Negotiable, Valuable, Estimable, Small, Testable</a:t>
          </a:r>
        </a:p>
      </dgm:t>
    </dgm:pt>
    <dgm:pt modelId="{055ED874-DAE0-4876-AA00-32FCC6ECB50B}" type="parTrans" cxnId="{D74AC25C-F552-4590-AD8D-9A336006719B}">
      <dgm:prSet/>
      <dgm:spPr/>
      <dgm:t>
        <a:bodyPr/>
        <a:lstStyle/>
        <a:p>
          <a:endParaRPr lang="en-US"/>
        </a:p>
      </dgm:t>
    </dgm:pt>
    <dgm:pt modelId="{5E607529-A1D2-4B78-90FF-97670C7F85ED}" type="sibTrans" cxnId="{D74AC25C-F552-4590-AD8D-9A336006719B}">
      <dgm:prSet/>
      <dgm:spPr/>
      <dgm:t>
        <a:bodyPr/>
        <a:lstStyle/>
        <a:p>
          <a:endParaRPr lang="en-US"/>
        </a:p>
      </dgm:t>
    </dgm:pt>
    <dgm:pt modelId="{25DE370D-D1F8-44AC-9EF5-1BDE68924E80}" type="pres">
      <dgm:prSet presAssocID="{4771B586-DD7C-46DC-8CED-581D8F7E2211}" presName="Name0" presStyleCnt="0">
        <dgm:presLayoutVars>
          <dgm:dir/>
          <dgm:resizeHandles val="exact"/>
        </dgm:presLayoutVars>
      </dgm:prSet>
      <dgm:spPr/>
    </dgm:pt>
    <dgm:pt modelId="{7AC818C6-2618-441F-A48C-5B3D11947795}" type="pres">
      <dgm:prSet presAssocID="{48B66FEE-A2D0-471A-A6C6-096B5EBE85A4}" presName="node" presStyleLbl="node1" presStyleIdx="0" presStyleCnt="6">
        <dgm:presLayoutVars>
          <dgm:bulletEnabled val="1"/>
        </dgm:presLayoutVars>
      </dgm:prSet>
      <dgm:spPr/>
    </dgm:pt>
    <dgm:pt modelId="{EA45C777-69A6-4BA3-8E9F-8E53F28F43EE}" type="pres">
      <dgm:prSet presAssocID="{422F5B6A-F471-46D8-9AE0-BD9FC272B909}" presName="sibTrans" presStyleLbl="sibTrans1D1" presStyleIdx="0" presStyleCnt="5"/>
      <dgm:spPr/>
    </dgm:pt>
    <dgm:pt modelId="{DE34B115-4014-440E-9228-95497477B909}" type="pres">
      <dgm:prSet presAssocID="{422F5B6A-F471-46D8-9AE0-BD9FC272B909}" presName="connectorText" presStyleLbl="sibTrans1D1" presStyleIdx="0" presStyleCnt="5"/>
      <dgm:spPr/>
    </dgm:pt>
    <dgm:pt modelId="{2F8528A1-C2A1-4BED-8761-B58813D5D47D}" type="pres">
      <dgm:prSet presAssocID="{5D56BBB3-3666-4616-867B-3CFDD1A59A9B}" presName="node" presStyleLbl="node1" presStyleIdx="1" presStyleCnt="6">
        <dgm:presLayoutVars>
          <dgm:bulletEnabled val="1"/>
        </dgm:presLayoutVars>
      </dgm:prSet>
      <dgm:spPr/>
    </dgm:pt>
    <dgm:pt modelId="{99A03B77-9B13-4BB7-99A5-7F5721FEBC2F}" type="pres">
      <dgm:prSet presAssocID="{0D80884D-DC98-4898-BA5D-9E764CC43AC1}" presName="sibTrans" presStyleLbl="sibTrans1D1" presStyleIdx="1" presStyleCnt="5"/>
      <dgm:spPr/>
    </dgm:pt>
    <dgm:pt modelId="{84E1C2C9-EF7B-4FEC-AD5E-50809935DC68}" type="pres">
      <dgm:prSet presAssocID="{0D80884D-DC98-4898-BA5D-9E764CC43AC1}" presName="connectorText" presStyleLbl="sibTrans1D1" presStyleIdx="1" presStyleCnt="5"/>
      <dgm:spPr/>
    </dgm:pt>
    <dgm:pt modelId="{C7A2516A-533F-4FA1-9FCB-E5864CF2B21C}" type="pres">
      <dgm:prSet presAssocID="{5C4D3D14-404E-4ACB-8A6F-7E0022D6A085}" presName="node" presStyleLbl="node1" presStyleIdx="2" presStyleCnt="6">
        <dgm:presLayoutVars>
          <dgm:bulletEnabled val="1"/>
        </dgm:presLayoutVars>
      </dgm:prSet>
      <dgm:spPr/>
    </dgm:pt>
    <dgm:pt modelId="{58300331-927E-4D50-A255-E4187297366F}" type="pres">
      <dgm:prSet presAssocID="{7724F19B-C4E9-4914-8E66-CD44BD6C32AB}" presName="sibTrans" presStyleLbl="sibTrans1D1" presStyleIdx="2" presStyleCnt="5"/>
      <dgm:spPr/>
    </dgm:pt>
    <dgm:pt modelId="{1D9E480A-60F6-4E2A-A0D9-BA4FC09D8709}" type="pres">
      <dgm:prSet presAssocID="{7724F19B-C4E9-4914-8E66-CD44BD6C32AB}" presName="connectorText" presStyleLbl="sibTrans1D1" presStyleIdx="2" presStyleCnt="5"/>
      <dgm:spPr/>
    </dgm:pt>
    <dgm:pt modelId="{CCAB7AA3-54CD-451A-A363-A0059B634CA9}" type="pres">
      <dgm:prSet presAssocID="{B19472DF-09EA-48E8-B138-C13BB05D124D}" presName="node" presStyleLbl="node1" presStyleIdx="3" presStyleCnt="6">
        <dgm:presLayoutVars>
          <dgm:bulletEnabled val="1"/>
        </dgm:presLayoutVars>
      </dgm:prSet>
      <dgm:spPr/>
    </dgm:pt>
    <dgm:pt modelId="{5DCF0E83-4FD7-49AE-94CE-775E950BDD26}" type="pres">
      <dgm:prSet presAssocID="{CD7FF9B4-576F-4EB2-A903-97F7C2CDC709}" presName="sibTrans" presStyleLbl="sibTrans1D1" presStyleIdx="3" presStyleCnt="5"/>
      <dgm:spPr/>
    </dgm:pt>
    <dgm:pt modelId="{ABD3A1DA-4CBC-484D-BC33-8CF8412FF756}" type="pres">
      <dgm:prSet presAssocID="{CD7FF9B4-576F-4EB2-A903-97F7C2CDC709}" presName="connectorText" presStyleLbl="sibTrans1D1" presStyleIdx="3" presStyleCnt="5"/>
      <dgm:spPr/>
    </dgm:pt>
    <dgm:pt modelId="{71265DF0-AD02-4C00-86B3-830B83AC72AE}" type="pres">
      <dgm:prSet presAssocID="{9293A0D7-23AF-42C0-A52D-2DCD788A2F3E}" presName="node" presStyleLbl="node1" presStyleIdx="4" presStyleCnt="6">
        <dgm:presLayoutVars>
          <dgm:bulletEnabled val="1"/>
        </dgm:presLayoutVars>
      </dgm:prSet>
      <dgm:spPr/>
    </dgm:pt>
    <dgm:pt modelId="{C05FE7CF-A295-4813-81D1-C1EB69EFAB2D}" type="pres">
      <dgm:prSet presAssocID="{ED83C07D-B8C6-42C0-A57B-02C0EA79E335}" presName="sibTrans" presStyleLbl="sibTrans1D1" presStyleIdx="4" presStyleCnt="5"/>
      <dgm:spPr/>
    </dgm:pt>
    <dgm:pt modelId="{F804586E-97F3-4589-81F8-AA70D5E3F718}" type="pres">
      <dgm:prSet presAssocID="{ED83C07D-B8C6-42C0-A57B-02C0EA79E335}" presName="connectorText" presStyleLbl="sibTrans1D1" presStyleIdx="4" presStyleCnt="5"/>
      <dgm:spPr/>
    </dgm:pt>
    <dgm:pt modelId="{1C0BDC89-7DB6-4AE7-8336-F8EDCFB43464}" type="pres">
      <dgm:prSet presAssocID="{580D6568-8D6D-49A6-BEDB-99C5A83F8EA3}" presName="node" presStyleLbl="node1" presStyleIdx="5" presStyleCnt="6">
        <dgm:presLayoutVars>
          <dgm:bulletEnabled val="1"/>
        </dgm:presLayoutVars>
      </dgm:prSet>
      <dgm:spPr/>
    </dgm:pt>
  </dgm:ptLst>
  <dgm:cxnLst>
    <dgm:cxn modelId="{B0D1820E-5B2E-4BFD-ACBD-FEE9137F7CB7}" srcId="{4771B586-DD7C-46DC-8CED-581D8F7E2211}" destId="{48B66FEE-A2D0-471A-A6C6-096B5EBE85A4}" srcOrd="0" destOrd="0" parTransId="{86E8B28F-BC6A-4DEC-A4AE-2C0CAFD4EA3D}" sibTransId="{422F5B6A-F471-46D8-9AE0-BD9FC272B909}"/>
    <dgm:cxn modelId="{AB130916-098D-40E2-979F-ED0B214449F2}" type="presOf" srcId="{5C4D3D14-404E-4ACB-8A6F-7E0022D6A085}" destId="{C7A2516A-533F-4FA1-9FCB-E5864CF2B21C}" srcOrd="0" destOrd="0" presId="urn:microsoft.com/office/officeart/2016/7/layout/RepeatingBendingProcessNew"/>
    <dgm:cxn modelId="{85B91223-76CE-46E9-AEC9-3334D470646F}" type="presOf" srcId="{5D56BBB3-3666-4616-867B-3CFDD1A59A9B}" destId="{2F8528A1-C2A1-4BED-8761-B58813D5D47D}" srcOrd="0" destOrd="0" presId="urn:microsoft.com/office/officeart/2016/7/layout/RepeatingBendingProcessNew"/>
    <dgm:cxn modelId="{22B9B72B-40D6-45E2-88D7-1D0E5430D9FD}" type="presOf" srcId="{CD7FF9B4-576F-4EB2-A903-97F7C2CDC709}" destId="{5DCF0E83-4FD7-49AE-94CE-775E950BDD26}" srcOrd="0" destOrd="0" presId="urn:microsoft.com/office/officeart/2016/7/layout/RepeatingBendingProcessNew"/>
    <dgm:cxn modelId="{E98A2D2E-F576-4313-8EAA-056135FBDEFD}" type="presOf" srcId="{ED83C07D-B8C6-42C0-A57B-02C0EA79E335}" destId="{C05FE7CF-A295-4813-81D1-C1EB69EFAB2D}" srcOrd="0" destOrd="0" presId="urn:microsoft.com/office/officeart/2016/7/layout/RepeatingBendingProcessNew"/>
    <dgm:cxn modelId="{C329CD35-1041-4AFD-8E45-C57EFA735EF3}" srcId="{4771B586-DD7C-46DC-8CED-581D8F7E2211}" destId="{5C4D3D14-404E-4ACB-8A6F-7E0022D6A085}" srcOrd="2" destOrd="0" parTransId="{206B7C8B-327D-43D3-B5DD-90BA904D00B1}" sibTransId="{7724F19B-C4E9-4914-8E66-CD44BD6C32AB}"/>
    <dgm:cxn modelId="{8D4D1E3F-BA19-4E86-95F7-4B3ECA920E17}" srcId="{4771B586-DD7C-46DC-8CED-581D8F7E2211}" destId="{9293A0D7-23AF-42C0-A52D-2DCD788A2F3E}" srcOrd="4" destOrd="0" parTransId="{F46E8A04-A3EB-40D1-BB16-0D409E1C92D8}" sibTransId="{ED83C07D-B8C6-42C0-A57B-02C0EA79E335}"/>
    <dgm:cxn modelId="{D74AC25C-F552-4590-AD8D-9A336006719B}" srcId="{4771B586-DD7C-46DC-8CED-581D8F7E2211}" destId="{580D6568-8D6D-49A6-BEDB-99C5A83F8EA3}" srcOrd="5" destOrd="0" parTransId="{055ED874-DAE0-4876-AA00-32FCC6ECB50B}" sibTransId="{5E607529-A1D2-4B78-90FF-97670C7F85ED}"/>
    <dgm:cxn modelId="{DD6B174C-2AB2-4E73-BF2C-9920A4EEC499}" srcId="{4771B586-DD7C-46DC-8CED-581D8F7E2211}" destId="{5D56BBB3-3666-4616-867B-3CFDD1A59A9B}" srcOrd="1" destOrd="0" parTransId="{E7FE911A-A9A2-4F49-9C37-A9E119D59992}" sibTransId="{0D80884D-DC98-4898-BA5D-9E764CC43AC1}"/>
    <dgm:cxn modelId="{05BAD681-305D-4698-B9DC-F2C1DA04A811}" type="presOf" srcId="{0D80884D-DC98-4898-BA5D-9E764CC43AC1}" destId="{99A03B77-9B13-4BB7-99A5-7F5721FEBC2F}" srcOrd="0" destOrd="0" presId="urn:microsoft.com/office/officeart/2016/7/layout/RepeatingBendingProcessNew"/>
    <dgm:cxn modelId="{334B7393-41BB-48AE-A975-0736ABD23F0E}" type="presOf" srcId="{422F5B6A-F471-46D8-9AE0-BD9FC272B909}" destId="{DE34B115-4014-440E-9228-95497477B909}" srcOrd="1" destOrd="0" presId="urn:microsoft.com/office/officeart/2016/7/layout/RepeatingBendingProcessNew"/>
    <dgm:cxn modelId="{B54B14AC-FE5B-4674-8BF7-808D8D3E3CF9}" type="presOf" srcId="{422F5B6A-F471-46D8-9AE0-BD9FC272B909}" destId="{EA45C777-69A6-4BA3-8E9F-8E53F28F43EE}" srcOrd="0" destOrd="0" presId="urn:microsoft.com/office/officeart/2016/7/layout/RepeatingBendingProcessNew"/>
    <dgm:cxn modelId="{8FE414B3-C0EC-4F97-965D-97E399F3AC37}" type="presOf" srcId="{CD7FF9B4-576F-4EB2-A903-97F7C2CDC709}" destId="{ABD3A1DA-4CBC-484D-BC33-8CF8412FF756}" srcOrd="1" destOrd="0" presId="urn:microsoft.com/office/officeart/2016/7/layout/RepeatingBendingProcessNew"/>
    <dgm:cxn modelId="{B6174FB3-5AD0-4868-8A37-026D2E406E7D}" type="presOf" srcId="{7724F19B-C4E9-4914-8E66-CD44BD6C32AB}" destId="{58300331-927E-4D50-A255-E4187297366F}" srcOrd="0" destOrd="0" presId="urn:microsoft.com/office/officeart/2016/7/layout/RepeatingBendingProcessNew"/>
    <dgm:cxn modelId="{6D847FC1-20F7-4C6C-93BB-A90C95D7FB6E}" type="presOf" srcId="{580D6568-8D6D-49A6-BEDB-99C5A83F8EA3}" destId="{1C0BDC89-7DB6-4AE7-8336-F8EDCFB43464}" srcOrd="0" destOrd="0" presId="urn:microsoft.com/office/officeart/2016/7/layout/RepeatingBendingProcessNew"/>
    <dgm:cxn modelId="{5F00D4C3-384E-40FB-B2F3-899E84A0F90F}" type="presOf" srcId="{0D80884D-DC98-4898-BA5D-9E764CC43AC1}" destId="{84E1C2C9-EF7B-4FEC-AD5E-50809935DC68}" srcOrd="1" destOrd="0" presId="urn:microsoft.com/office/officeart/2016/7/layout/RepeatingBendingProcessNew"/>
    <dgm:cxn modelId="{709097CF-7A81-414B-9081-945F15F34F11}" type="presOf" srcId="{9293A0D7-23AF-42C0-A52D-2DCD788A2F3E}" destId="{71265DF0-AD02-4C00-86B3-830B83AC72AE}" srcOrd="0" destOrd="0" presId="urn:microsoft.com/office/officeart/2016/7/layout/RepeatingBendingProcessNew"/>
    <dgm:cxn modelId="{A4FDC0D4-282F-46BE-B00D-7CD9E2097B12}" type="presOf" srcId="{ED83C07D-B8C6-42C0-A57B-02C0EA79E335}" destId="{F804586E-97F3-4589-81F8-AA70D5E3F718}" srcOrd="1" destOrd="0" presId="urn:microsoft.com/office/officeart/2016/7/layout/RepeatingBendingProcessNew"/>
    <dgm:cxn modelId="{EF2BECDD-994B-4150-A719-A0C63947EBDA}" type="presOf" srcId="{4771B586-DD7C-46DC-8CED-581D8F7E2211}" destId="{25DE370D-D1F8-44AC-9EF5-1BDE68924E80}" srcOrd="0" destOrd="0" presId="urn:microsoft.com/office/officeart/2016/7/layout/RepeatingBendingProcessNew"/>
    <dgm:cxn modelId="{957391E8-004A-40F5-B516-04C148EB4B6B}" type="presOf" srcId="{B19472DF-09EA-48E8-B138-C13BB05D124D}" destId="{CCAB7AA3-54CD-451A-A363-A0059B634CA9}" srcOrd="0" destOrd="0" presId="urn:microsoft.com/office/officeart/2016/7/layout/RepeatingBendingProcessNew"/>
    <dgm:cxn modelId="{F2FB30EE-5037-4374-A464-37A4D741A169}" type="presOf" srcId="{48B66FEE-A2D0-471A-A6C6-096B5EBE85A4}" destId="{7AC818C6-2618-441F-A48C-5B3D11947795}" srcOrd="0" destOrd="0" presId="urn:microsoft.com/office/officeart/2016/7/layout/RepeatingBendingProcessNew"/>
    <dgm:cxn modelId="{2618A4F1-AB44-42C8-916D-829D2B01CC09}" srcId="{4771B586-DD7C-46DC-8CED-581D8F7E2211}" destId="{B19472DF-09EA-48E8-B138-C13BB05D124D}" srcOrd="3" destOrd="0" parTransId="{7B970FCB-6FAC-4131-B6C9-2C68FA7B67B4}" sibTransId="{CD7FF9B4-576F-4EB2-A903-97F7C2CDC709}"/>
    <dgm:cxn modelId="{33392CF3-1B91-4C93-9903-C70F02C0723D}" type="presOf" srcId="{7724F19B-C4E9-4914-8E66-CD44BD6C32AB}" destId="{1D9E480A-60F6-4E2A-A0D9-BA4FC09D8709}" srcOrd="1" destOrd="0" presId="urn:microsoft.com/office/officeart/2016/7/layout/RepeatingBendingProcessNew"/>
    <dgm:cxn modelId="{9E1C0816-5C13-4C46-95BB-B225660D1FB1}" type="presParOf" srcId="{25DE370D-D1F8-44AC-9EF5-1BDE68924E80}" destId="{7AC818C6-2618-441F-A48C-5B3D11947795}" srcOrd="0" destOrd="0" presId="urn:microsoft.com/office/officeart/2016/7/layout/RepeatingBendingProcessNew"/>
    <dgm:cxn modelId="{FFB40DC4-1AD3-4FAD-AC86-E67C62DCE8E0}" type="presParOf" srcId="{25DE370D-D1F8-44AC-9EF5-1BDE68924E80}" destId="{EA45C777-69A6-4BA3-8E9F-8E53F28F43EE}" srcOrd="1" destOrd="0" presId="urn:microsoft.com/office/officeart/2016/7/layout/RepeatingBendingProcessNew"/>
    <dgm:cxn modelId="{E8542BF8-F3B6-4AAC-939B-41A3CCFF2DCF}" type="presParOf" srcId="{EA45C777-69A6-4BA3-8E9F-8E53F28F43EE}" destId="{DE34B115-4014-440E-9228-95497477B909}" srcOrd="0" destOrd="0" presId="urn:microsoft.com/office/officeart/2016/7/layout/RepeatingBendingProcessNew"/>
    <dgm:cxn modelId="{47428FF9-9C86-4A38-8629-456FE9EBC42B}" type="presParOf" srcId="{25DE370D-D1F8-44AC-9EF5-1BDE68924E80}" destId="{2F8528A1-C2A1-4BED-8761-B58813D5D47D}" srcOrd="2" destOrd="0" presId="urn:microsoft.com/office/officeart/2016/7/layout/RepeatingBendingProcessNew"/>
    <dgm:cxn modelId="{F333851D-1694-4106-AB5C-B3C1665F2548}" type="presParOf" srcId="{25DE370D-D1F8-44AC-9EF5-1BDE68924E80}" destId="{99A03B77-9B13-4BB7-99A5-7F5721FEBC2F}" srcOrd="3" destOrd="0" presId="urn:microsoft.com/office/officeart/2016/7/layout/RepeatingBendingProcessNew"/>
    <dgm:cxn modelId="{D9E7CA3B-0006-4829-876D-5AB5B522D1AA}" type="presParOf" srcId="{99A03B77-9B13-4BB7-99A5-7F5721FEBC2F}" destId="{84E1C2C9-EF7B-4FEC-AD5E-50809935DC68}" srcOrd="0" destOrd="0" presId="urn:microsoft.com/office/officeart/2016/7/layout/RepeatingBendingProcessNew"/>
    <dgm:cxn modelId="{90B6A64A-9854-4994-B62B-FC6B7489913C}" type="presParOf" srcId="{25DE370D-D1F8-44AC-9EF5-1BDE68924E80}" destId="{C7A2516A-533F-4FA1-9FCB-E5864CF2B21C}" srcOrd="4" destOrd="0" presId="urn:microsoft.com/office/officeart/2016/7/layout/RepeatingBendingProcessNew"/>
    <dgm:cxn modelId="{D2E32DA3-19DA-4218-8A00-808496044F8E}" type="presParOf" srcId="{25DE370D-D1F8-44AC-9EF5-1BDE68924E80}" destId="{58300331-927E-4D50-A255-E4187297366F}" srcOrd="5" destOrd="0" presId="urn:microsoft.com/office/officeart/2016/7/layout/RepeatingBendingProcessNew"/>
    <dgm:cxn modelId="{CEBA8CE7-3BDA-4958-8E0C-6E1DF51F9236}" type="presParOf" srcId="{58300331-927E-4D50-A255-E4187297366F}" destId="{1D9E480A-60F6-4E2A-A0D9-BA4FC09D8709}" srcOrd="0" destOrd="0" presId="urn:microsoft.com/office/officeart/2016/7/layout/RepeatingBendingProcessNew"/>
    <dgm:cxn modelId="{5785B346-9576-4A97-ABD4-D09474FAAC6D}" type="presParOf" srcId="{25DE370D-D1F8-44AC-9EF5-1BDE68924E80}" destId="{CCAB7AA3-54CD-451A-A363-A0059B634CA9}" srcOrd="6" destOrd="0" presId="urn:microsoft.com/office/officeart/2016/7/layout/RepeatingBendingProcessNew"/>
    <dgm:cxn modelId="{303690AC-0F7B-4CE2-93E7-4296960347CD}" type="presParOf" srcId="{25DE370D-D1F8-44AC-9EF5-1BDE68924E80}" destId="{5DCF0E83-4FD7-49AE-94CE-775E950BDD26}" srcOrd="7" destOrd="0" presId="urn:microsoft.com/office/officeart/2016/7/layout/RepeatingBendingProcessNew"/>
    <dgm:cxn modelId="{024B7C73-77FA-4E46-8580-7B1549F87CB9}" type="presParOf" srcId="{5DCF0E83-4FD7-49AE-94CE-775E950BDD26}" destId="{ABD3A1DA-4CBC-484D-BC33-8CF8412FF756}" srcOrd="0" destOrd="0" presId="urn:microsoft.com/office/officeart/2016/7/layout/RepeatingBendingProcessNew"/>
    <dgm:cxn modelId="{264F68FA-051B-4FE5-A66A-FC00D59EA32A}" type="presParOf" srcId="{25DE370D-D1F8-44AC-9EF5-1BDE68924E80}" destId="{71265DF0-AD02-4C00-86B3-830B83AC72AE}" srcOrd="8" destOrd="0" presId="urn:microsoft.com/office/officeart/2016/7/layout/RepeatingBendingProcessNew"/>
    <dgm:cxn modelId="{DC4DB827-10CF-485C-A0D4-487F6A29BBE9}" type="presParOf" srcId="{25DE370D-D1F8-44AC-9EF5-1BDE68924E80}" destId="{C05FE7CF-A295-4813-81D1-C1EB69EFAB2D}" srcOrd="9" destOrd="0" presId="urn:microsoft.com/office/officeart/2016/7/layout/RepeatingBendingProcessNew"/>
    <dgm:cxn modelId="{393A2556-70B4-4637-88B0-41BAEF5DB210}" type="presParOf" srcId="{C05FE7CF-A295-4813-81D1-C1EB69EFAB2D}" destId="{F804586E-97F3-4589-81F8-AA70D5E3F718}" srcOrd="0" destOrd="0" presId="urn:microsoft.com/office/officeart/2016/7/layout/RepeatingBendingProcessNew"/>
    <dgm:cxn modelId="{52DB47F8-1305-4513-87BC-CD1F7FD6E9F3}" type="presParOf" srcId="{25DE370D-D1F8-44AC-9EF5-1BDE68924E80}" destId="{1C0BDC89-7DB6-4AE7-8336-F8EDCFB4346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F9377-973B-4513-AF66-B25A5596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9066AD-647F-49BC-A8AE-223360DB94AB}">
      <dgm:prSet/>
      <dgm:spPr/>
      <dgm:t>
        <a:bodyPr/>
        <a:lstStyle/>
        <a:p>
          <a:r>
            <a:rPr lang="en-US"/>
            <a:t>As a data engineer, I want automated, secure data pipelines for vehicle data to ensure efficiency, reliability, and compliance.</a:t>
          </a:r>
        </a:p>
      </dgm:t>
    </dgm:pt>
    <dgm:pt modelId="{88024401-B98F-43D6-9F81-228C12D8D81A}" type="parTrans" cxnId="{B7B03824-B4CA-4776-A94A-41ACB70B88F3}">
      <dgm:prSet/>
      <dgm:spPr/>
      <dgm:t>
        <a:bodyPr/>
        <a:lstStyle/>
        <a:p>
          <a:endParaRPr lang="en-US"/>
        </a:p>
      </dgm:t>
    </dgm:pt>
    <dgm:pt modelId="{670AF9C2-44E2-467C-9FAE-A9EE0E6410AB}" type="sibTrans" cxnId="{B7B03824-B4CA-4776-A94A-41ACB70B88F3}">
      <dgm:prSet/>
      <dgm:spPr/>
      <dgm:t>
        <a:bodyPr/>
        <a:lstStyle/>
        <a:p>
          <a:endParaRPr lang="en-US"/>
        </a:p>
      </dgm:t>
    </dgm:pt>
    <dgm:pt modelId="{49BC75C1-73C0-4CC2-9933-BBF46F45E34A}">
      <dgm:prSet/>
      <dgm:spPr/>
      <dgm:t>
        <a:bodyPr/>
        <a:lstStyle/>
        <a:p>
          <a:r>
            <a:rPr lang="en-US"/>
            <a:t>Acceptance Criteria:</a:t>
          </a:r>
        </a:p>
      </dgm:t>
    </dgm:pt>
    <dgm:pt modelId="{94217EDA-17D8-4E9B-BB3E-627D76A5FEF4}" type="parTrans" cxnId="{8E54FB9C-D75C-4142-B526-F393D34EB71B}">
      <dgm:prSet/>
      <dgm:spPr/>
      <dgm:t>
        <a:bodyPr/>
        <a:lstStyle/>
        <a:p>
          <a:endParaRPr lang="en-US"/>
        </a:p>
      </dgm:t>
    </dgm:pt>
    <dgm:pt modelId="{CABD6FFA-7668-43BC-88B5-2B3F1F810CD4}" type="sibTrans" cxnId="{8E54FB9C-D75C-4142-B526-F393D34EB71B}">
      <dgm:prSet/>
      <dgm:spPr/>
      <dgm:t>
        <a:bodyPr/>
        <a:lstStyle/>
        <a:p>
          <a:endParaRPr lang="en-US"/>
        </a:p>
      </dgm:t>
    </dgm:pt>
    <dgm:pt modelId="{E99AB117-79B4-4AC2-AF6B-7FA2A91A692C}">
      <dgm:prSet/>
      <dgm:spPr/>
      <dgm:t>
        <a:bodyPr/>
        <a:lstStyle/>
        <a:p>
          <a:r>
            <a:rPr lang="en-US"/>
            <a:t>- Given vehicle telemetry data is transmitted</a:t>
          </a:r>
        </a:p>
      </dgm:t>
    </dgm:pt>
    <dgm:pt modelId="{CA9D0A7F-5AA2-440B-9BC7-65D73E2AA235}" type="parTrans" cxnId="{1FE82EFC-9035-4537-9B8D-C98960AC1B29}">
      <dgm:prSet/>
      <dgm:spPr/>
      <dgm:t>
        <a:bodyPr/>
        <a:lstStyle/>
        <a:p>
          <a:endParaRPr lang="en-US"/>
        </a:p>
      </dgm:t>
    </dgm:pt>
    <dgm:pt modelId="{26E20BF6-0269-4C54-B703-3E36DC6DDE5F}" type="sibTrans" cxnId="{1FE82EFC-9035-4537-9B8D-C98960AC1B29}">
      <dgm:prSet/>
      <dgm:spPr/>
      <dgm:t>
        <a:bodyPr/>
        <a:lstStyle/>
        <a:p>
          <a:endParaRPr lang="en-US"/>
        </a:p>
      </dgm:t>
    </dgm:pt>
    <dgm:pt modelId="{C29AD385-3324-4735-9998-3C9EE65B8C5C}">
      <dgm:prSet/>
      <dgm:spPr/>
      <dgm:t>
        <a:bodyPr/>
        <a:lstStyle/>
        <a:p>
          <a:r>
            <a:rPr lang="en-US"/>
            <a:t>- When it enters the processing pipeline</a:t>
          </a:r>
        </a:p>
      </dgm:t>
    </dgm:pt>
    <dgm:pt modelId="{21AAB0D2-6163-4DEB-AED1-0CD085F947BC}" type="parTrans" cxnId="{84F9C2D2-3366-4DF8-AC6E-5325C28F7AEC}">
      <dgm:prSet/>
      <dgm:spPr/>
      <dgm:t>
        <a:bodyPr/>
        <a:lstStyle/>
        <a:p>
          <a:endParaRPr lang="en-US"/>
        </a:p>
      </dgm:t>
    </dgm:pt>
    <dgm:pt modelId="{632F9D60-F377-40FF-AA90-0833FF87DC75}" type="sibTrans" cxnId="{84F9C2D2-3366-4DF8-AC6E-5325C28F7AEC}">
      <dgm:prSet/>
      <dgm:spPr/>
      <dgm:t>
        <a:bodyPr/>
        <a:lstStyle/>
        <a:p>
          <a:endParaRPr lang="en-US"/>
        </a:p>
      </dgm:t>
    </dgm:pt>
    <dgm:pt modelId="{A85B2126-8E56-4E19-B5EF-7D20F393A3B7}">
      <dgm:prSet/>
      <dgm:spPr/>
      <dgm:t>
        <a:bodyPr/>
        <a:lstStyle/>
        <a:p>
          <a:r>
            <a:rPr lang="en-US"/>
            <a:t>- Then it is securely ingested, processed, and available for analytics</a:t>
          </a:r>
        </a:p>
      </dgm:t>
    </dgm:pt>
    <dgm:pt modelId="{B2E2ABF8-4AA1-4904-9BD1-62AB858F2D5E}" type="parTrans" cxnId="{971FB5C5-C9F6-4AC8-8C3E-7B9E4E400336}">
      <dgm:prSet/>
      <dgm:spPr/>
      <dgm:t>
        <a:bodyPr/>
        <a:lstStyle/>
        <a:p>
          <a:endParaRPr lang="en-US"/>
        </a:p>
      </dgm:t>
    </dgm:pt>
    <dgm:pt modelId="{D60A83CA-9AA8-4896-B45D-2CB5D1D96AEC}" type="sibTrans" cxnId="{971FB5C5-C9F6-4AC8-8C3E-7B9E4E400336}">
      <dgm:prSet/>
      <dgm:spPr/>
      <dgm:t>
        <a:bodyPr/>
        <a:lstStyle/>
        <a:p>
          <a:endParaRPr lang="en-US"/>
        </a:p>
      </dgm:t>
    </dgm:pt>
    <dgm:pt modelId="{49F95B75-B2B1-4A60-A3B9-B53896264D47}">
      <dgm:prSet/>
      <dgm:spPr/>
      <dgm:t>
        <a:bodyPr/>
        <a:lstStyle/>
        <a:p>
          <a:r>
            <a:rPr lang="en-US"/>
            <a:t>INVEST: Independent, Negotiable, Valuable, Estimable, Small, Testable</a:t>
          </a:r>
        </a:p>
      </dgm:t>
    </dgm:pt>
    <dgm:pt modelId="{11632D06-CAC6-4B8D-B199-631514818236}" type="parTrans" cxnId="{1146079D-7A23-49DF-A1D4-659A4D2BD8CF}">
      <dgm:prSet/>
      <dgm:spPr/>
      <dgm:t>
        <a:bodyPr/>
        <a:lstStyle/>
        <a:p>
          <a:endParaRPr lang="en-US"/>
        </a:p>
      </dgm:t>
    </dgm:pt>
    <dgm:pt modelId="{58668C0D-B7C4-4CF2-A587-E529283B29FD}" type="sibTrans" cxnId="{1146079D-7A23-49DF-A1D4-659A4D2BD8CF}">
      <dgm:prSet/>
      <dgm:spPr/>
      <dgm:t>
        <a:bodyPr/>
        <a:lstStyle/>
        <a:p>
          <a:endParaRPr lang="en-US"/>
        </a:p>
      </dgm:t>
    </dgm:pt>
    <dgm:pt modelId="{2955F2A1-03D2-445B-9C6A-74CCAA67E96C}" type="pres">
      <dgm:prSet presAssocID="{5D1F9377-973B-4513-AF66-B25A5596AB5A}" presName="linear" presStyleCnt="0">
        <dgm:presLayoutVars>
          <dgm:animLvl val="lvl"/>
          <dgm:resizeHandles val="exact"/>
        </dgm:presLayoutVars>
      </dgm:prSet>
      <dgm:spPr/>
    </dgm:pt>
    <dgm:pt modelId="{7ED0A81A-2546-49B0-9ADF-BAD24CE3EA1C}" type="pres">
      <dgm:prSet presAssocID="{249066AD-647F-49BC-A8AE-223360DB94A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FB78954-56EF-4816-A7EC-A37BB9C38448}" type="pres">
      <dgm:prSet presAssocID="{670AF9C2-44E2-467C-9FAE-A9EE0E6410AB}" presName="spacer" presStyleCnt="0"/>
      <dgm:spPr/>
    </dgm:pt>
    <dgm:pt modelId="{8A2C2ADA-7D49-4159-AD7C-FDE8F3B5639D}" type="pres">
      <dgm:prSet presAssocID="{49BC75C1-73C0-4CC2-9933-BBF46F45E34A}" presName="parentText" presStyleLbl="node1" presStyleIdx="1" presStyleCnt="6" custLinFactNeighborY="18864">
        <dgm:presLayoutVars>
          <dgm:chMax val="0"/>
          <dgm:bulletEnabled val="1"/>
        </dgm:presLayoutVars>
      </dgm:prSet>
      <dgm:spPr/>
    </dgm:pt>
    <dgm:pt modelId="{43446D15-3377-4084-8B50-0FB25891748C}" type="pres">
      <dgm:prSet presAssocID="{CABD6FFA-7668-43BC-88B5-2B3F1F810CD4}" presName="spacer" presStyleCnt="0"/>
      <dgm:spPr/>
    </dgm:pt>
    <dgm:pt modelId="{23B2B434-84B1-49A5-BB69-C8ADFCC759F9}" type="pres">
      <dgm:prSet presAssocID="{E99AB117-79B4-4AC2-AF6B-7FA2A91A692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615FCC2-119F-4D09-9484-7FA0F6D22E3B}" type="pres">
      <dgm:prSet presAssocID="{26E20BF6-0269-4C54-B703-3E36DC6DDE5F}" presName="spacer" presStyleCnt="0"/>
      <dgm:spPr/>
    </dgm:pt>
    <dgm:pt modelId="{6665399D-886C-41B1-AD04-611292DDA6D4}" type="pres">
      <dgm:prSet presAssocID="{C29AD385-3324-4735-9998-3C9EE65B8C5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F6CD9F6-3090-463D-8A87-8B2BD2046BA2}" type="pres">
      <dgm:prSet presAssocID="{632F9D60-F377-40FF-AA90-0833FF87DC75}" presName="spacer" presStyleCnt="0"/>
      <dgm:spPr/>
    </dgm:pt>
    <dgm:pt modelId="{17A04306-18E7-429C-A52A-C1BAEA6FD376}" type="pres">
      <dgm:prSet presAssocID="{A85B2126-8E56-4E19-B5EF-7D20F393A3B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F19F886-3B32-4233-9B9A-9A42D093EEF2}" type="pres">
      <dgm:prSet presAssocID="{D60A83CA-9AA8-4896-B45D-2CB5D1D96AEC}" presName="spacer" presStyleCnt="0"/>
      <dgm:spPr/>
    </dgm:pt>
    <dgm:pt modelId="{DD3A72A2-5BE3-4968-B239-F5E4825D6F34}" type="pres">
      <dgm:prSet presAssocID="{49F95B75-B2B1-4A60-A3B9-B53896264D4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97A0B0E-C608-48BF-944F-E4D7B574D4BF}" type="presOf" srcId="{49BC75C1-73C0-4CC2-9933-BBF46F45E34A}" destId="{8A2C2ADA-7D49-4159-AD7C-FDE8F3B5639D}" srcOrd="0" destOrd="0" presId="urn:microsoft.com/office/officeart/2005/8/layout/vList2"/>
    <dgm:cxn modelId="{C69EA41B-57BC-4761-9470-F78027D3AF12}" type="presOf" srcId="{A85B2126-8E56-4E19-B5EF-7D20F393A3B7}" destId="{17A04306-18E7-429C-A52A-C1BAEA6FD376}" srcOrd="0" destOrd="0" presId="urn:microsoft.com/office/officeart/2005/8/layout/vList2"/>
    <dgm:cxn modelId="{B7B03824-B4CA-4776-A94A-41ACB70B88F3}" srcId="{5D1F9377-973B-4513-AF66-B25A5596AB5A}" destId="{249066AD-647F-49BC-A8AE-223360DB94AB}" srcOrd="0" destOrd="0" parTransId="{88024401-B98F-43D6-9F81-228C12D8D81A}" sibTransId="{670AF9C2-44E2-467C-9FAE-A9EE0E6410AB}"/>
    <dgm:cxn modelId="{9E3A2931-262D-4A35-B7C8-86C86537CBC2}" type="presOf" srcId="{C29AD385-3324-4735-9998-3C9EE65B8C5C}" destId="{6665399D-886C-41B1-AD04-611292DDA6D4}" srcOrd="0" destOrd="0" presId="urn:microsoft.com/office/officeart/2005/8/layout/vList2"/>
    <dgm:cxn modelId="{0C861983-4761-4DE0-8DEB-E3CC07D00C5D}" type="presOf" srcId="{249066AD-647F-49BC-A8AE-223360DB94AB}" destId="{7ED0A81A-2546-49B0-9ADF-BAD24CE3EA1C}" srcOrd="0" destOrd="0" presId="urn:microsoft.com/office/officeart/2005/8/layout/vList2"/>
    <dgm:cxn modelId="{BF0B0884-7138-4A6D-88CA-44D7A626E6B6}" type="presOf" srcId="{E99AB117-79B4-4AC2-AF6B-7FA2A91A692C}" destId="{23B2B434-84B1-49A5-BB69-C8ADFCC759F9}" srcOrd="0" destOrd="0" presId="urn:microsoft.com/office/officeart/2005/8/layout/vList2"/>
    <dgm:cxn modelId="{8E54FB9C-D75C-4142-B526-F393D34EB71B}" srcId="{5D1F9377-973B-4513-AF66-B25A5596AB5A}" destId="{49BC75C1-73C0-4CC2-9933-BBF46F45E34A}" srcOrd="1" destOrd="0" parTransId="{94217EDA-17D8-4E9B-BB3E-627D76A5FEF4}" sibTransId="{CABD6FFA-7668-43BC-88B5-2B3F1F810CD4}"/>
    <dgm:cxn modelId="{1146079D-7A23-49DF-A1D4-659A4D2BD8CF}" srcId="{5D1F9377-973B-4513-AF66-B25A5596AB5A}" destId="{49F95B75-B2B1-4A60-A3B9-B53896264D47}" srcOrd="5" destOrd="0" parTransId="{11632D06-CAC6-4B8D-B199-631514818236}" sibTransId="{58668C0D-B7C4-4CF2-A587-E529283B29FD}"/>
    <dgm:cxn modelId="{BA304D9E-66E5-454F-89DE-731D689895EC}" type="presOf" srcId="{5D1F9377-973B-4513-AF66-B25A5596AB5A}" destId="{2955F2A1-03D2-445B-9C6A-74CCAA67E96C}" srcOrd="0" destOrd="0" presId="urn:microsoft.com/office/officeart/2005/8/layout/vList2"/>
    <dgm:cxn modelId="{F3C896A0-7248-4322-B0F2-D062CE57308E}" type="presOf" srcId="{49F95B75-B2B1-4A60-A3B9-B53896264D47}" destId="{DD3A72A2-5BE3-4968-B239-F5E4825D6F34}" srcOrd="0" destOrd="0" presId="urn:microsoft.com/office/officeart/2005/8/layout/vList2"/>
    <dgm:cxn modelId="{971FB5C5-C9F6-4AC8-8C3E-7B9E4E400336}" srcId="{5D1F9377-973B-4513-AF66-B25A5596AB5A}" destId="{A85B2126-8E56-4E19-B5EF-7D20F393A3B7}" srcOrd="4" destOrd="0" parTransId="{B2E2ABF8-4AA1-4904-9BD1-62AB858F2D5E}" sibTransId="{D60A83CA-9AA8-4896-B45D-2CB5D1D96AEC}"/>
    <dgm:cxn modelId="{84F9C2D2-3366-4DF8-AC6E-5325C28F7AEC}" srcId="{5D1F9377-973B-4513-AF66-B25A5596AB5A}" destId="{C29AD385-3324-4735-9998-3C9EE65B8C5C}" srcOrd="3" destOrd="0" parTransId="{21AAB0D2-6163-4DEB-AED1-0CD085F947BC}" sibTransId="{632F9D60-F377-40FF-AA90-0833FF87DC75}"/>
    <dgm:cxn modelId="{1FE82EFC-9035-4537-9B8D-C98960AC1B29}" srcId="{5D1F9377-973B-4513-AF66-B25A5596AB5A}" destId="{E99AB117-79B4-4AC2-AF6B-7FA2A91A692C}" srcOrd="2" destOrd="0" parTransId="{CA9D0A7F-5AA2-440B-9BC7-65D73E2AA235}" sibTransId="{26E20BF6-0269-4C54-B703-3E36DC6DDE5F}"/>
    <dgm:cxn modelId="{1E54B670-3843-480B-A133-9D161366F36C}" type="presParOf" srcId="{2955F2A1-03D2-445B-9C6A-74CCAA67E96C}" destId="{7ED0A81A-2546-49B0-9ADF-BAD24CE3EA1C}" srcOrd="0" destOrd="0" presId="urn:microsoft.com/office/officeart/2005/8/layout/vList2"/>
    <dgm:cxn modelId="{874427B9-6BCC-49CF-8AF2-88D212A98892}" type="presParOf" srcId="{2955F2A1-03D2-445B-9C6A-74CCAA67E96C}" destId="{3FB78954-56EF-4816-A7EC-A37BB9C38448}" srcOrd="1" destOrd="0" presId="urn:microsoft.com/office/officeart/2005/8/layout/vList2"/>
    <dgm:cxn modelId="{1347A7CA-E8F1-4642-A521-3D3BD5EBBE65}" type="presParOf" srcId="{2955F2A1-03D2-445B-9C6A-74CCAA67E96C}" destId="{8A2C2ADA-7D49-4159-AD7C-FDE8F3B5639D}" srcOrd="2" destOrd="0" presId="urn:microsoft.com/office/officeart/2005/8/layout/vList2"/>
    <dgm:cxn modelId="{0E71BE6C-D59A-4B72-B2B6-C505C5359E58}" type="presParOf" srcId="{2955F2A1-03D2-445B-9C6A-74CCAA67E96C}" destId="{43446D15-3377-4084-8B50-0FB25891748C}" srcOrd="3" destOrd="0" presId="urn:microsoft.com/office/officeart/2005/8/layout/vList2"/>
    <dgm:cxn modelId="{1944B3A7-493D-4416-87C5-D3D684F4B817}" type="presParOf" srcId="{2955F2A1-03D2-445B-9C6A-74CCAA67E96C}" destId="{23B2B434-84B1-49A5-BB69-C8ADFCC759F9}" srcOrd="4" destOrd="0" presId="urn:microsoft.com/office/officeart/2005/8/layout/vList2"/>
    <dgm:cxn modelId="{952EA263-E2D9-4450-AAEF-97B75A70F35B}" type="presParOf" srcId="{2955F2A1-03D2-445B-9C6A-74CCAA67E96C}" destId="{1615FCC2-119F-4D09-9484-7FA0F6D22E3B}" srcOrd="5" destOrd="0" presId="urn:microsoft.com/office/officeart/2005/8/layout/vList2"/>
    <dgm:cxn modelId="{AED37939-9BBA-4BEC-96A7-2E9A4C0D568B}" type="presParOf" srcId="{2955F2A1-03D2-445B-9C6A-74CCAA67E96C}" destId="{6665399D-886C-41B1-AD04-611292DDA6D4}" srcOrd="6" destOrd="0" presId="urn:microsoft.com/office/officeart/2005/8/layout/vList2"/>
    <dgm:cxn modelId="{3C606F57-D8E7-4010-BC41-EA7018C6D74B}" type="presParOf" srcId="{2955F2A1-03D2-445B-9C6A-74CCAA67E96C}" destId="{1F6CD9F6-3090-463D-8A87-8B2BD2046BA2}" srcOrd="7" destOrd="0" presId="urn:microsoft.com/office/officeart/2005/8/layout/vList2"/>
    <dgm:cxn modelId="{AC4A5A16-70E9-4B7D-A098-A8798AEFCE9D}" type="presParOf" srcId="{2955F2A1-03D2-445B-9C6A-74CCAA67E96C}" destId="{17A04306-18E7-429C-A52A-C1BAEA6FD376}" srcOrd="8" destOrd="0" presId="urn:microsoft.com/office/officeart/2005/8/layout/vList2"/>
    <dgm:cxn modelId="{22F54BE7-539D-4C47-B380-AD7A49B68012}" type="presParOf" srcId="{2955F2A1-03D2-445B-9C6A-74CCAA67E96C}" destId="{0F19F886-3B32-4233-9B9A-9A42D093EEF2}" srcOrd="9" destOrd="0" presId="urn:microsoft.com/office/officeart/2005/8/layout/vList2"/>
    <dgm:cxn modelId="{FF90AA5E-6381-424D-AD38-EE7CE19378E7}" type="presParOf" srcId="{2955F2A1-03D2-445B-9C6A-74CCAA67E96C}" destId="{DD3A72A2-5BE3-4968-B239-F5E4825D6F3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8DF35C-87AE-46F7-89BD-607971C72E7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1BB006-FB89-4559-81DD-BD793F61E4F0}">
      <dgm:prSet/>
      <dgm:spPr/>
      <dgm:t>
        <a:bodyPr/>
        <a:lstStyle/>
        <a:p>
          <a:r>
            <a:rPr lang="en-US" dirty="0"/>
            <a:t>Independent</a:t>
          </a:r>
        </a:p>
      </dgm:t>
    </dgm:pt>
    <dgm:pt modelId="{B870A3BC-B86F-48FF-9224-5405C2E68CCC}" type="parTrans" cxnId="{8DAA60FD-7DC5-40E8-A2DB-E4184ABA37DD}">
      <dgm:prSet/>
      <dgm:spPr/>
      <dgm:t>
        <a:bodyPr/>
        <a:lstStyle/>
        <a:p>
          <a:endParaRPr lang="en-US"/>
        </a:p>
      </dgm:t>
    </dgm:pt>
    <dgm:pt modelId="{A8449B91-E15D-4B28-8E4E-3FACA212FF28}" type="sibTrans" cxnId="{8DAA60FD-7DC5-40E8-A2DB-E4184ABA37DD}">
      <dgm:prSet/>
      <dgm:spPr/>
      <dgm:t>
        <a:bodyPr/>
        <a:lstStyle/>
        <a:p>
          <a:endParaRPr lang="en-US"/>
        </a:p>
      </dgm:t>
    </dgm:pt>
    <dgm:pt modelId="{B00130E1-ED3F-4272-B44A-C38E09DA9D53}">
      <dgm:prSet/>
      <dgm:spPr/>
      <dgm:t>
        <a:bodyPr/>
        <a:lstStyle/>
        <a:p>
          <a:r>
            <a:rPr lang="en-US" dirty="0"/>
            <a:t>Negotiable</a:t>
          </a:r>
        </a:p>
      </dgm:t>
    </dgm:pt>
    <dgm:pt modelId="{C59ADB4C-C295-40DE-8765-98513E7C594A}" type="parTrans" cxnId="{0D4A32AB-B05A-4E5B-8C42-0CACD800DCFB}">
      <dgm:prSet/>
      <dgm:spPr/>
      <dgm:t>
        <a:bodyPr/>
        <a:lstStyle/>
        <a:p>
          <a:endParaRPr lang="en-US"/>
        </a:p>
      </dgm:t>
    </dgm:pt>
    <dgm:pt modelId="{CA927042-6A23-44F9-8F2B-9C0F38CB0429}" type="sibTrans" cxnId="{0D4A32AB-B05A-4E5B-8C42-0CACD800DCFB}">
      <dgm:prSet/>
      <dgm:spPr/>
      <dgm:t>
        <a:bodyPr/>
        <a:lstStyle/>
        <a:p>
          <a:endParaRPr lang="en-US"/>
        </a:p>
      </dgm:t>
    </dgm:pt>
    <dgm:pt modelId="{74EF8432-4CFF-4AF1-A57D-D4CB667A5B21}">
      <dgm:prSet/>
      <dgm:spPr/>
      <dgm:t>
        <a:bodyPr/>
        <a:lstStyle/>
        <a:p>
          <a:r>
            <a:rPr lang="en-US" dirty="0"/>
            <a:t>Valuable</a:t>
          </a:r>
        </a:p>
      </dgm:t>
    </dgm:pt>
    <dgm:pt modelId="{781CB335-4E50-4F25-A21F-94A9D719A25A}" type="parTrans" cxnId="{2224980A-FBBE-4F73-9044-BCE65D65E1B1}">
      <dgm:prSet/>
      <dgm:spPr/>
      <dgm:t>
        <a:bodyPr/>
        <a:lstStyle/>
        <a:p>
          <a:endParaRPr lang="en-US"/>
        </a:p>
      </dgm:t>
    </dgm:pt>
    <dgm:pt modelId="{9FAC817D-BAA9-482A-B6AA-D14A79D070B6}" type="sibTrans" cxnId="{2224980A-FBBE-4F73-9044-BCE65D65E1B1}">
      <dgm:prSet/>
      <dgm:spPr/>
      <dgm:t>
        <a:bodyPr/>
        <a:lstStyle/>
        <a:p>
          <a:endParaRPr lang="en-US"/>
        </a:p>
      </dgm:t>
    </dgm:pt>
    <dgm:pt modelId="{B9E3469C-DDDC-4652-8BC7-100A2818003C}">
      <dgm:prSet/>
      <dgm:spPr/>
      <dgm:t>
        <a:bodyPr/>
        <a:lstStyle/>
        <a:p>
          <a:r>
            <a:rPr lang="en-US" dirty="0"/>
            <a:t>Estimable </a:t>
          </a:r>
        </a:p>
      </dgm:t>
    </dgm:pt>
    <dgm:pt modelId="{34A404AE-203C-4F79-9A08-58B535C25D34}" type="parTrans" cxnId="{CEB0836C-97E4-4FD8-8022-40FAE9D68950}">
      <dgm:prSet/>
      <dgm:spPr/>
      <dgm:t>
        <a:bodyPr/>
        <a:lstStyle/>
        <a:p>
          <a:endParaRPr lang="en-US"/>
        </a:p>
      </dgm:t>
    </dgm:pt>
    <dgm:pt modelId="{071017DD-2CCB-4721-BC92-25C77C90CFBA}" type="sibTrans" cxnId="{CEB0836C-97E4-4FD8-8022-40FAE9D68950}">
      <dgm:prSet/>
      <dgm:spPr/>
      <dgm:t>
        <a:bodyPr/>
        <a:lstStyle/>
        <a:p>
          <a:endParaRPr lang="en-US"/>
        </a:p>
      </dgm:t>
    </dgm:pt>
    <dgm:pt modelId="{DDE56F4E-A4A4-41E4-BCB3-F292E7FE7D36}">
      <dgm:prSet/>
      <dgm:spPr/>
      <dgm:t>
        <a:bodyPr/>
        <a:lstStyle/>
        <a:p>
          <a:r>
            <a:rPr lang="en-US" dirty="0"/>
            <a:t>Small</a:t>
          </a:r>
        </a:p>
      </dgm:t>
    </dgm:pt>
    <dgm:pt modelId="{865C46A5-D6CF-4D60-A968-21C603DDEF83}" type="parTrans" cxnId="{8A284BBA-EAB8-4107-AEC3-B90CDD1BAA64}">
      <dgm:prSet/>
      <dgm:spPr/>
      <dgm:t>
        <a:bodyPr/>
        <a:lstStyle/>
        <a:p>
          <a:endParaRPr lang="en-US"/>
        </a:p>
      </dgm:t>
    </dgm:pt>
    <dgm:pt modelId="{7B71FB0F-8015-4CC8-ADCF-7C6B845830CE}" type="sibTrans" cxnId="{8A284BBA-EAB8-4107-AEC3-B90CDD1BAA64}">
      <dgm:prSet/>
      <dgm:spPr/>
      <dgm:t>
        <a:bodyPr/>
        <a:lstStyle/>
        <a:p>
          <a:endParaRPr lang="en-US"/>
        </a:p>
      </dgm:t>
    </dgm:pt>
    <dgm:pt modelId="{863D667D-FC4A-4E37-9DCA-9256970F088B}">
      <dgm:prSet/>
      <dgm:spPr/>
      <dgm:t>
        <a:bodyPr/>
        <a:lstStyle/>
        <a:p>
          <a:r>
            <a:rPr lang="en-US" dirty="0"/>
            <a:t>Testable</a:t>
          </a:r>
        </a:p>
      </dgm:t>
    </dgm:pt>
    <dgm:pt modelId="{7627DE7A-E7F8-43AD-B2A5-0F6DCF2EE9F3}" type="parTrans" cxnId="{ACED14E9-85CA-4FF1-8D23-6917D1302F31}">
      <dgm:prSet/>
      <dgm:spPr/>
      <dgm:t>
        <a:bodyPr/>
        <a:lstStyle/>
        <a:p>
          <a:endParaRPr lang="en-US"/>
        </a:p>
      </dgm:t>
    </dgm:pt>
    <dgm:pt modelId="{D0DCEE65-0BC1-4115-BF80-6BEE554D3E07}" type="sibTrans" cxnId="{ACED14E9-85CA-4FF1-8D23-6917D1302F31}">
      <dgm:prSet/>
      <dgm:spPr/>
      <dgm:t>
        <a:bodyPr/>
        <a:lstStyle/>
        <a:p>
          <a:endParaRPr lang="en-US"/>
        </a:p>
      </dgm:t>
    </dgm:pt>
    <dgm:pt modelId="{86801213-D511-48BC-8EF6-40F1DC3583ED}" type="pres">
      <dgm:prSet presAssocID="{BC8DF35C-87AE-46F7-89BD-607971C72E7C}" presName="linear" presStyleCnt="0">
        <dgm:presLayoutVars>
          <dgm:dir/>
          <dgm:animLvl val="lvl"/>
          <dgm:resizeHandles val="exact"/>
        </dgm:presLayoutVars>
      </dgm:prSet>
      <dgm:spPr/>
    </dgm:pt>
    <dgm:pt modelId="{07868728-090F-4C88-BE6A-DFAE09056CAD}" type="pres">
      <dgm:prSet presAssocID="{0A1BB006-FB89-4559-81DD-BD793F61E4F0}" presName="parentLin" presStyleCnt="0"/>
      <dgm:spPr/>
    </dgm:pt>
    <dgm:pt modelId="{49545D19-5FBB-4E64-941C-951A74C3739F}" type="pres">
      <dgm:prSet presAssocID="{0A1BB006-FB89-4559-81DD-BD793F61E4F0}" presName="parentLeftMargin" presStyleLbl="node1" presStyleIdx="0" presStyleCnt="6"/>
      <dgm:spPr/>
    </dgm:pt>
    <dgm:pt modelId="{1C4D0697-42D4-4D90-8E8D-84AA7D4DF91F}" type="pres">
      <dgm:prSet presAssocID="{0A1BB006-FB89-4559-81DD-BD793F61E4F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58ACE0D-64CA-4DD4-8B2F-9FB15771A9BA}" type="pres">
      <dgm:prSet presAssocID="{0A1BB006-FB89-4559-81DD-BD793F61E4F0}" presName="negativeSpace" presStyleCnt="0"/>
      <dgm:spPr/>
    </dgm:pt>
    <dgm:pt modelId="{99916CA8-3E1C-4B42-9AF7-A0F1B0BFA3EF}" type="pres">
      <dgm:prSet presAssocID="{0A1BB006-FB89-4559-81DD-BD793F61E4F0}" presName="childText" presStyleLbl="conFgAcc1" presStyleIdx="0" presStyleCnt="6">
        <dgm:presLayoutVars>
          <dgm:bulletEnabled val="1"/>
        </dgm:presLayoutVars>
      </dgm:prSet>
      <dgm:spPr/>
    </dgm:pt>
    <dgm:pt modelId="{FCD6E87F-6BAA-4360-8FFC-93849157BAF6}" type="pres">
      <dgm:prSet presAssocID="{A8449B91-E15D-4B28-8E4E-3FACA212FF28}" presName="spaceBetweenRectangles" presStyleCnt="0"/>
      <dgm:spPr/>
    </dgm:pt>
    <dgm:pt modelId="{4CA9FC11-4516-4177-BFB3-7162E6BB9D24}" type="pres">
      <dgm:prSet presAssocID="{B00130E1-ED3F-4272-B44A-C38E09DA9D53}" presName="parentLin" presStyleCnt="0"/>
      <dgm:spPr/>
    </dgm:pt>
    <dgm:pt modelId="{1B3BEE74-559B-4FD2-AE21-04E11079FCB3}" type="pres">
      <dgm:prSet presAssocID="{B00130E1-ED3F-4272-B44A-C38E09DA9D53}" presName="parentLeftMargin" presStyleLbl="node1" presStyleIdx="0" presStyleCnt="6"/>
      <dgm:spPr/>
    </dgm:pt>
    <dgm:pt modelId="{28148C56-DBCB-403F-B8F0-2E008CB5322F}" type="pres">
      <dgm:prSet presAssocID="{B00130E1-ED3F-4272-B44A-C38E09DA9D5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989A1F2-E74F-48B2-87D0-CD2FC573052B}" type="pres">
      <dgm:prSet presAssocID="{B00130E1-ED3F-4272-B44A-C38E09DA9D53}" presName="negativeSpace" presStyleCnt="0"/>
      <dgm:spPr/>
    </dgm:pt>
    <dgm:pt modelId="{C875710E-AFD8-4FCE-8DB6-E1C698C64161}" type="pres">
      <dgm:prSet presAssocID="{B00130E1-ED3F-4272-B44A-C38E09DA9D53}" presName="childText" presStyleLbl="conFgAcc1" presStyleIdx="1" presStyleCnt="6">
        <dgm:presLayoutVars>
          <dgm:bulletEnabled val="1"/>
        </dgm:presLayoutVars>
      </dgm:prSet>
      <dgm:spPr/>
    </dgm:pt>
    <dgm:pt modelId="{5F319088-19C2-4907-B5A9-C7D0B427D919}" type="pres">
      <dgm:prSet presAssocID="{CA927042-6A23-44F9-8F2B-9C0F38CB0429}" presName="spaceBetweenRectangles" presStyleCnt="0"/>
      <dgm:spPr/>
    </dgm:pt>
    <dgm:pt modelId="{99C8A9A5-CC88-47D5-BFAB-CB65FA59E5D7}" type="pres">
      <dgm:prSet presAssocID="{74EF8432-4CFF-4AF1-A57D-D4CB667A5B21}" presName="parentLin" presStyleCnt="0"/>
      <dgm:spPr/>
    </dgm:pt>
    <dgm:pt modelId="{1AFED46F-149D-4CCA-9692-E54EAE59BE72}" type="pres">
      <dgm:prSet presAssocID="{74EF8432-4CFF-4AF1-A57D-D4CB667A5B21}" presName="parentLeftMargin" presStyleLbl="node1" presStyleIdx="1" presStyleCnt="6"/>
      <dgm:spPr/>
    </dgm:pt>
    <dgm:pt modelId="{75C88AFC-071B-4083-AFD4-D6B918285563}" type="pres">
      <dgm:prSet presAssocID="{74EF8432-4CFF-4AF1-A57D-D4CB667A5B2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BB5936F-77D6-4DEF-B2B7-979D61CD5269}" type="pres">
      <dgm:prSet presAssocID="{74EF8432-4CFF-4AF1-A57D-D4CB667A5B21}" presName="negativeSpace" presStyleCnt="0"/>
      <dgm:spPr/>
    </dgm:pt>
    <dgm:pt modelId="{D15B23F3-43F9-4CA7-BCEA-CCA2AA4E976D}" type="pres">
      <dgm:prSet presAssocID="{74EF8432-4CFF-4AF1-A57D-D4CB667A5B21}" presName="childText" presStyleLbl="conFgAcc1" presStyleIdx="2" presStyleCnt="6">
        <dgm:presLayoutVars>
          <dgm:bulletEnabled val="1"/>
        </dgm:presLayoutVars>
      </dgm:prSet>
      <dgm:spPr/>
    </dgm:pt>
    <dgm:pt modelId="{1E289B94-B1A5-45E4-B728-37F267444B26}" type="pres">
      <dgm:prSet presAssocID="{9FAC817D-BAA9-482A-B6AA-D14A79D070B6}" presName="spaceBetweenRectangles" presStyleCnt="0"/>
      <dgm:spPr/>
    </dgm:pt>
    <dgm:pt modelId="{9D4CE22F-95AE-4AAB-BA10-37C22C17D292}" type="pres">
      <dgm:prSet presAssocID="{B9E3469C-DDDC-4652-8BC7-100A2818003C}" presName="parentLin" presStyleCnt="0"/>
      <dgm:spPr/>
    </dgm:pt>
    <dgm:pt modelId="{50BB0190-1069-4A5D-8E6C-7693A3E43384}" type="pres">
      <dgm:prSet presAssocID="{B9E3469C-DDDC-4652-8BC7-100A2818003C}" presName="parentLeftMargin" presStyleLbl="node1" presStyleIdx="2" presStyleCnt="6"/>
      <dgm:spPr/>
    </dgm:pt>
    <dgm:pt modelId="{FBE10BB7-CA2C-4390-8B0F-618CC0422047}" type="pres">
      <dgm:prSet presAssocID="{B9E3469C-DDDC-4652-8BC7-100A2818003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3D62284-F4FD-4C49-9CED-19BF264ED9CF}" type="pres">
      <dgm:prSet presAssocID="{B9E3469C-DDDC-4652-8BC7-100A2818003C}" presName="negativeSpace" presStyleCnt="0"/>
      <dgm:spPr/>
    </dgm:pt>
    <dgm:pt modelId="{B837B1FA-B5B5-4BB5-A888-30360EE15F45}" type="pres">
      <dgm:prSet presAssocID="{B9E3469C-DDDC-4652-8BC7-100A2818003C}" presName="childText" presStyleLbl="conFgAcc1" presStyleIdx="3" presStyleCnt="6">
        <dgm:presLayoutVars>
          <dgm:bulletEnabled val="1"/>
        </dgm:presLayoutVars>
      </dgm:prSet>
      <dgm:spPr/>
    </dgm:pt>
    <dgm:pt modelId="{32A3DCDA-FB90-45EF-8C17-FA46E6B71CCE}" type="pres">
      <dgm:prSet presAssocID="{071017DD-2CCB-4721-BC92-25C77C90CFBA}" presName="spaceBetweenRectangles" presStyleCnt="0"/>
      <dgm:spPr/>
    </dgm:pt>
    <dgm:pt modelId="{8168CC7A-9A8E-4EF6-8917-FB0AE0E1A917}" type="pres">
      <dgm:prSet presAssocID="{DDE56F4E-A4A4-41E4-BCB3-F292E7FE7D36}" presName="parentLin" presStyleCnt="0"/>
      <dgm:spPr/>
    </dgm:pt>
    <dgm:pt modelId="{7FBDD090-BD53-4F01-8AD9-D070E95C7F46}" type="pres">
      <dgm:prSet presAssocID="{DDE56F4E-A4A4-41E4-BCB3-F292E7FE7D36}" presName="parentLeftMargin" presStyleLbl="node1" presStyleIdx="3" presStyleCnt="6"/>
      <dgm:spPr/>
    </dgm:pt>
    <dgm:pt modelId="{0E2F66FE-42C5-44DB-88F2-DC141A4D119D}" type="pres">
      <dgm:prSet presAssocID="{DDE56F4E-A4A4-41E4-BCB3-F292E7FE7D3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BD6213C-3125-4E83-8AFC-7BF84AD30F61}" type="pres">
      <dgm:prSet presAssocID="{DDE56F4E-A4A4-41E4-BCB3-F292E7FE7D36}" presName="negativeSpace" presStyleCnt="0"/>
      <dgm:spPr/>
    </dgm:pt>
    <dgm:pt modelId="{953E9528-2A86-4A80-B54C-DD248C8B6623}" type="pres">
      <dgm:prSet presAssocID="{DDE56F4E-A4A4-41E4-BCB3-F292E7FE7D36}" presName="childText" presStyleLbl="conFgAcc1" presStyleIdx="4" presStyleCnt="6">
        <dgm:presLayoutVars>
          <dgm:bulletEnabled val="1"/>
        </dgm:presLayoutVars>
      </dgm:prSet>
      <dgm:spPr/>
    </dgm:pt>
    <dgm:pt modelId="{58C8C8F5-1959-4E17-B5C2-A573EB7F0735}" type="pres">
      <dgm:prSet presAssocID="{7B71FB0F-8015-4CC8-ADCF-7C6B845830CE}" presName="spaceBetweenRectangles" presStyleCnt="0"/>
      <dgm:spPr/>
    </dgm:pt>
    <dgm:pt modelId="{40398376-0435-431E-94FC-A6B6BEB107EF}" type="pres">
      <dgm:prSet presAssocID="{863D667D-FC4A-4E37-9DCA-9256970F088B}" presName="parentLin" presStyleCnt="0"/>
      <dgm:spPr/>
    </dgm:pt>
    <dgm:pt modelId="{1AE7DAEB-B268-41E6-BD44-C6F908A9329F}" type="pres">
      <dgm:prSet presAssocID="{863D667D-FC4A-4E37-9DCA-9256970F088B}" presName="parentLeftMargin" presStyleLbl="node1" presStyleIdx="4" presStyleCnt="6"/>
      <dgm:spPr/>
    </dgm:pt>
    <dgm:pt modelId="{76B0DEAD-9AE1-4D8A-B902-8DC72A07E57F}" type="pres">
      <dgm:prSet presAssocID="{863D667D-FC4A-4E37-9DCA-9256970F088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9000CE3-9675-4725-A585-9C6161C9E4CB}" type="pres">
      <dgm:prSet presAssocID="{863D667D-FC4A-4E37-9DCA-9256970F088B}" presName="negativeSpace" presStyleCnt="0"/>
      <dgm:spPr/>
    </dgm:pt>
    <dgm:pt modelId="{29682B4A-708D-4ADD-A313-6027A510D780}" type="pres">
      <dgm:prSet presAssocID="{863D667D-FC4A-4E37-9DCA-9256970F088B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6BE0803-19E7-4256-9C41-C446D5B733F0}" type="presOf" srcId="{863D667D-FC4A-4E37-9DCA-9256970F088B}" destId="{76B0DEAD-9AE1-4D8A-B902-8DC72A07E57F}" srcOrd="1" destOrd="0" presId="urn:microsoft.com/office/officeart/2005/8/layout/list1"/>
    <dgm:cxn modelId="{B1D04203-66CB-40E7-997A-42218A4E9BC9}" type="presOf" srcId="{B9E3469C-DDDC-4652-8BC7-100A2818003C}" destId="{FBE10BB7-CA2C-4390-8B0F-618CC0422047}" srcOrd="1" destOrd="0" presId="urn:microsoft.com/office/officeart/2005/8/layout/list1"/>
    <dgm:cxn modelId="{2224980A-FBBE-4F73-9044-BCE65D65E1B1}" srcId="{BC8DF35C-87AE-46F7-89BD-607971C72E7C}" destId="{74EF8432-4CFF-4AF1-A57D-D4CB667A5B21}" srcOrd="2" destOrd="0" parTransId="{781CB335-4E50-4F25-A21F-94A9D719A25A}" sibTransId="{9FAC817D-BAA9-482A-B6AA-D14A79D070B6}"/>
    <dgm:cxn modelId="{267F3E5C-4CDD-4C90-9E6E-9E96153682B1}" type="presOf" srcId="{B00130E1-ED3F-4272-B44A-C38E09DA9D53}" destId="{1B3BEE74-559B-4FD2-AE21-04E11079FCB3}" srcOrd="0" destOrd="0" presId="urn:microsoft.com/office/officeart/2005/8/layout/list1"/>
    <dgm:cxn modelId="{CEB0836C-97E4-4FD8-8022-40FAE9D68950}" srcId="{BC8DF35C-87AE-46F7-89BD-607971C72E7C}" destId="{B9E3469C-DDDC-4652-8BC7-100A2818003C}" srcOrd="3" destOrd="0" parTransId="{34A404AE-203C-4F79-9A08-58B535C25D34}" sibTransId="{071017DD-2CCB-4721-BC92-25C77C90CFBA}"/>
    <dgm:cxn modelId="{32DB4354-AF91-4647-9AD1-A87DDF3B6D26}" type="presOf" srcId="{BC8DF35C-87AE-46F7-89BD-607971C72E7C}" destId="{86801213-D511-48BC-8EF6-40F1DC3583ED}" srcOrd="0" destOrd="0" presId="urn:microsoft.com/office/officeart/2005/8/layout/list1"/>
    <dgm:cxn modelId="{7B637059-4C08-423B-8A0E-5E82DA3158C2}" type="presOf" srcId="{863D667D-FC4A-4E37-9DCA-9256970F088B}" destId="{1AE7DAEB-B268-41E6-BD44-C6F908A9329F}" srcOrd="0" destOrd="0" presId="urn:microsoft.com/office/officeart/2005/8/layout/list1"/>
    <dgm:cxn modelId="{E882FE7B-28E8-4D62-9C24-05248476A437}" type="presOf" srcId="{DDE56F4E-A4A4-41E4-BCB3-F292E7FE7D36}" destId="{7FBDD090-BD53-4F01-8AD9-D070E95C7F46}" srcOrd="0" destOrd="0" presId="urn:microsoft.com/office/officeart/2005/8/layout/list1"/>
    <dgm:cxn modelId="{89A445A4-527D-4539-9A79-77DE23A39643}" type="presOf" srcId="{74EF8432-4CFF-4AF1-A57D-D4CB667A5B21}" destId="{75C88AFC-071B-4083-AFD4-D6B918285563}" srcOrd="1" destOrd="0" presId="urn:microsoft.com/office/officeart/2005/8/layout/list1"/>
    <dgm:cxn modelId="{0D4A32AB-B05A-4E5B-8C42-0CACD800DCFB}" srcId="{BC8DF35C-87AE-46F7-89BD-607971C72E7C}" destId="{B00130E1-ED3F-4272-B44A-C38E09DA9D53}" srcOrd="1" destOrd="0" parTransId="{C59ADB4C-C295-40DE-8765-98513E7C594A}" sibTransId="{CA927042-6A23-44F9-8F2B-9C0F38CB0429}"/>
    <dgm:cxn modelId="{B29415AE-D4F8-4F6D-BE82-25ACE61DC88E}" type="presOf" srcId="{0A1BB006-FB89-4559-81DD-BD793F61E4F0}" destId="{49545D19-5FBB-4E64-941C-951A74C3739F}" srcOrd="0" destOrd="0" presId="urn:microsoft.com/office/officeart/2005/8/layout/list1"/>
    <dgm:cxn modelId="{8A284BBA-EAB8-4107-AEC3-B90CDD1BAA64}" srcId="{BC8DF35C-87AE-46F7-89BD-607971C72E7C}" destId="{DDE56F4E-A4A4-41E4-BCB3-F292E7FE7D36}" srcOrd="4" destOrd="0" parTransId="{865C46A5-D6CF-4D60-A968-21C603DDEF83}" sibTransId="{7B71FB0F-8015-4CC8-ADCF-7C6B845830CE}"/>
    <dgm:cxn modelId="{326D9EDC-0B41-45A9-9453-A4FB004347E6}" type="presOf" srcId="{B9E3469C-DDDC-4652-8BC7-100A2818003C}" destId="{50BB0190-1069-4A5D-8E6C-7693A3E43384}" srcOrd="0" destOrd="0" presId="urn:microsoft.com/office/officeart/2005/8/layout/list1"/>
    <dgm:cxn modelId="{B158CCDD-1524-4351-85A5-31AE6EE0113F}" type="presOf" srcId="{0A1BB006-FB89-4559-81DD-BD793F61E4F0}" destId="{1C4D0697-42D4-4D90-8E8D-84AA7D4DF91F}" srcOrd="1" destOrd="0" presId="urn:microsoft.com/office/officeart/2005/8/layout/list1"/>
    <dgm:cxn modelId="{ACED14E9-85CA-4FF1-8D23-6917D1302F31}" srcId="{BC8DF35C-87AE-46F7-89BD-607971C72E7C}" destId="{863D667D-FC4A-4E37-9DCA-9256970F088B}" srcOrd="5" destOrd="0" parTransId="{7627DE7A-E7F8-43AD-B2A5-0F6DCF2EE9F3}" sibTransId="{D0DCEE65-0BC1-4115-BF80-6BEE554D3E07}"/>
    <dgm:cxn modelId="{72FE57E9-5175-4306-B3E8-F2E87B54B0E5}" type="presOf" srcId="{B00130E1-ED3F-4272-B44A-C38E09DA9D53}" destId="{28148C56-DBCB-403F-B8F0-2E008CB5322F}" srcOrd="1" destOrd="0" presId="urn:microsoft.com/office/officeart/2005/8/layout/list1"/>
    <dgm:cxn modelId="{138BC2EE-6A08-4FA6-8E8C-605A2C54E474}" type="presOf" srcId="{DDE56F4E-A4A4-41E4-BCB3-F292E7FE7D36}" destId="{0E2F66FE-42C5-44DB-88F2-DC141A4D119D}" srcOrd="1" destOrd="0" presId="urn:microsoft.com/office/officeart/2005/8/layout/list1"/>
    <dgm:cxn modelId="{342E3BF4-4922-4248-90C9-3FB613AC7078}" type="presOf" srcId="{74EF8432-4CFF-4AF1-A57D-D4CB667A5B21}" destId="{1AFED46F-149D-4CCA-9692-E54EAE59BE72}" srcOrd="0" destOrd="0" presId="urn:microsoft.com/office/officeart/2005/8/layout/list1"/>
    <dgm:cxn modelId="{8DAA60FD-7DC5-40E8-A2DB-E4184ABA37DD}" srcId="{BC8DF35C-87AE-46F7-89BD-607971C72E7C}" destId="{0A1BB006-FB89-4559-81DD-BD793F61E4F0}" srcOrd="0" destOrd="0" parTransId="{B870A3BC-B86F-48FF-9224-5405C2E68CCC}" sibTransId="{A8449B91-E15D-4B28-8E4E-3FACA212FF28}"/>
    <dgm:cxn modelId="{8D53F5D8-7186-48A1-90FB-3714D020E675}" type="presParOf" srcId="{86801213-D511-48BC-8EF6-40F1DC3583ED}" destId="{07868728-090F-4C88-BE6A-DFAE09056CAD}" srcOrd="0" destOrd="0" presId="urn:microsoft.com/office/officeart/2005/8/layout/list1"/>
    <dgm:cxn modelId="{D18EF994-45E7-4730-A8EB-C6ABDB3FB8BF}" type="presParOf" srcId="{07868728-090F-4C88-BE6A-DFAE09056CAD}" destId="{49545D19-5FBB-4E64-941C-951A74C3739F}" srcOrd="0" destOrd="0" presId="urn:microsoft.com/office/officeart/2005/8/layout/list1"/>
    <dgm:cxn modelId="{C7A6D1BB-FC66-44A4-ADE5-9698D3021F48}" type="presParOf" srcId="{07868728-090F-4C88-BE6A-DFAE09056CAD}" destId="{1C4D0697-42D4-4D90-8E8D-84AA7D4DF91F}" srcOrd="1" destOrd="0" presId="urn:microsoft.com/office/officeart/2005/8/layout/list1"/>
    <dgm:cxn modelId="{7A7CDB3D-261E-47FB-B2A8-1A51EEA7B955}" type="presParOf" srcId="{86801213-D511-48BC-8EF6-40F1DC3583ED}" destId="{758ACE0D-64CA-4DD4-8B2F-9FB15771A9BA}" srcOrd="1" destOrd="0" presId="urn:microsoft.com/office/officeart/2005/8/layout/list1"/>
    <dgm:cxn modelId="{4307C9E9-E5E3-4F5C-B94E-A64AE9340776}" type="presParOf" srcId="{86801213-D511-48BC-8EF6-40F1DC3583ED}" destId="{99916CA8-3E1C-4B42-9AF7-A0F1B0BFA3EF}" srcOrd="2" destOrd="0" presId="urn:microsoft.com/office/officeart/2005/8/layout/list1"/>
    <dgm:cxn modelId="{B12C3C63-490A-4C06-B1E1-07DC6F2D199C}" type="presParOf" srcId="{86801213-D511-48BC-8EF6-40F1DC3583ED}" destId="{FCD6E87F-6BAA-4360-8FFC-93849157BAF6}" srcOrd="3" destOrd="0" presId="urn:microsoft.com/office/officeart/2005/8/layout/list1"/>
    <dgm:cxn modelId="{B835DE7D-D95D-43F4-B23A-AB36B70C195C}" type="presParOf" srcId="{86801213-D511-48BC-8EF6-40F1DC3583ED}" destId="{4CA9FC11-4516-4177-BFB3-7162E6BB9D24}" srcOrd="4" destOrd="0" presId="urn:microsoft.com/office/officeart/2005/8/layout/list1"/>
    <dgm:cxn modelId="{675C2173-9ACA-4A16-9516-59578ECC3EA9}" type="presParOf" srcId="{4CA9FC11-4516-4177-BFB3-7162E6BB9D24}" destId="{1B3BEE74-559B-4FD2-AE21-04E11079FCB3}" srcOrd="0" destOrd="0" presId="urn:microsoft.com/office/officeart/2005/8/layout/list1"/>
    <dgm:cxn modelId="{DAB497DC-62AE-41C4-8CEF-B25425D75A56}" type="presParOf" srcId="{4CA9FC11-4516-4177-BFB3-7162E6BB9D24}" destId="{28148C56-DBCB-403F-B8F0-2E008CB5322F}" srcOrd="1" destOrd="0" presId="urn:microsoft.com/office/officeart/2005/8/layout/list1"/>
    <dgm:cxn modelId="{E49163F8-1CAB-4836-B916-4186DA482219}" type="presParOf" srcId="{86801213-D511-48BC-8EF6-40F1DC3583ED}" destId="{2989A1F2-E74F-48B2-87D0-CD2FC573052B}" srcOrd="5" destOrd="0" presId="urn:microsoft.com/office/officeart/2005/8/layout/list1"/>
    <dgm:cxn modelId="{6A142DB6-EEE1-40D0-BC59-40B4725AEEE5}" type="presParOf" srcId="{86801213-D511-48BC-8EF6-40F1DC3583ED}" destId="{C875710E-AFD8-4FCE-8DB6-E1C698C64161}" srcOrd="6" destOrd="0" presId="urn:microsoft.com/office/officeart/2005/8/layout/list1"/>
    <dgm:cxn modelId="{EFDE62EC-6625-4B9E-9619-004D121793F8}" type="presParOf" srcId="{86801213-D511-48BC-8EF6-40F1DC3583ED}" destId="{5F319088-19C2-4907-B5A9-C7D0B427D919}" srcOrd="7" destOrd="0" presId="urn:microsoft.com/office/officeart/2005/8/layout/list1"/>
    <dgm:cxn modelId="{434D1DE5-7E32-47EE-8E7D-A07CDCB3C0C6}" type="presParOf" srcId="{86801213-D511-48BC-8EF6-40F1DC3583ED}" destId="{99C8A9A5-CC88-47D5-BFAB-CB65FA59E5D7}" srcOrd="8" destOrd="0" presId="urn:microsoft.com/office/officeart/2005/8/layout/list1"/>
    <dgm:cxn modelId="{F7EC6685-8069-48EA-95E9-B24949ED8EC0}" type="presParOf" srcId="{99C8A9A5-CC88-47D5-BFAB-CB65FA59E5D7}" destId="{1AFED46F-149D-4CCA-9692-E54EAE59BE72}" srcOrd="0" destOrd="0" presId="urn:microsoft.com/office/officeart/2005/8/layout/list1"/>
    <dgm:cxn modelId="{B3BA6969-D30C-403A-9187-BCE6CC098254}" type="presParOf" srcId="{99C8A9A5-CC88-47D5-BFAB-CB65FA59E5D7}" destId="{75C88AFC-071B-4083-AFD4-D6B918285563}" srcOrd="1" destOrd="0" presId="urn:microsoft.com/office/officeart/2005/8/layout/list1"/>
    <dgm:cxn modelId="{D235481F-F5DD-4351-899A-73DFA9B25C2D}" type="presParOf" srcId="{86801213-D511-48BC-8EF6-40F1DC3583ED}" destId="{ABB5936F-77D6-4DEF-B2B7-979D61CD5269}" srcOrd="9" destOrd="0" presId="urn:microsoft.com/office/officeart/2005/8/layout/list1"/>
    <dgm:cxn modelId="{65DC5684-63E0-4FC3-943D-6E58D158E8B8}" type="presParOf" srcId="{86801213-D511-48BC-8EF6-40F1DC3583ED}" destId="{D15B23F3-43F9-4CA7-BCEA-CCA2AA4E976D}" srcOrd="10" destOrd="0" presId="urn:microsoft.com/office/officeart/2005/8/layout/list1"/>
    <dgm:cxn modelId="{E0FF5283-1361-4F71-A16E-5C37D256F13C}" type="presParOf" srcId="{86801213-D511-48BC-8EF6-40F1DC3583ED}" destId="{1E289B94-B1A5-45E4-B728-37F267444B26}" srcOrd="11" destOrd="0" presId="urn:microsoft.com/office/officeart/2005/8/layout/list1"/>
    <dgm:cxn modelId="{5F3D1A36-42D3-4C2D-AA5E-D83D02572D28}" type="presParOf" srcId="{86801213-D511-48BC-8EF6-40F1DC3583ED}" destId="{9D4CE22F-95AE-4AAB-BA10-37C22C17D292}" srcOrd="12" destOrd="0" presId="urn:microsoft.com/office/officeart/2005/8/layout/list1"/>
    <dgm:cxn modelId="{704097CA-9A73-4754-BC6F-945146509A07}" type="presParOf" srcId="{9D4CE22F-95AE-4AAB-BA10-37C22C17D292}" destId="{50BB0190-1069-4A5D-8E6C-7693A3E43384}" srcOrd="0" destOrd="0" presId="urn:microsoft.com/office/officeart/2005/8/layout/list1"/>
    <dgm:cxn modelId="{8F55F9A4-5DC5-455E-942E-BF8052377076}" type="presParOf" srcId="{9D4CE22F-95AE-4AAB-BA10-37C22C17D292}" destId="{FBE10BB7-CA2C-4390-8B0F-618CC0422047}" srcOrd="1" destOrd="0" presId="urn:microsoft.com/office/officeart/2005/8/layout/list1"/>
    <dgm:cxn modelId="{873FF577-C8E7-4260-A0F6-CF8819FACD78}" type="presParOf" srcId="{86801213-D511-48BC-8EF6-40F1DC3583ED}" destId="{E3D62284-F4FD-4C49-9CED-19BF264ED9CF}" srcOrd="13" destOrd="0" presId="urn:microsoft.com/office/officeart/2005/8/layout/list1"/>
    <dgm:cxn modelId="{81EB17E3-9FB3-4122-B85F-C83D1D71553D}" type="presParOf" srcId="{86801213-D511-48BC-8EF6-40F1DC3583ED}" destId="{B837B1FA-B5B5-4BB5-A888-30360EE15F45}" srcOrd="14" destOrd="0" presId="urn:microsoft.com/office/officeart/2005/8/layout/list1"/>
    <dgm:cxn modelId="{37C874F2-7AD6-4041-9AFE-A3D5458B4DE0}" type="presParOf" srcId="{86801213-D511-48BC-8EF6-40F1DC3583ED}" destId="{32A3DCDA-FB90-45EF-8C17-FA46E6B71CCE}" srcOrd="15" destOrd="0" presId="urn:microsoft.com/office/officeart/2005/8/layout/list1"/>
    <dgm:cxn modelId="{F92B72F1-1F8F-459B-95B4-10DB137067F8}" type="presParOf" srcId="{86801213-D511-48BC-8EF6-40F1DC3583ED}" destId="{8168CC7A-9A8E-4EF6-8917-FB0AE0E1A917}" srcOrd="16" destOrd="0" presId="urn:microsoft.com/office/officeart/2005/8/layout/list1"/>
    <dgm:cxn modelId="{0B6E26C2-6D2F-4D7E-9A22-A242D99A02FE}" type="presParOf" srcId="{8168CC7A-9A8E-4EF6-8917-FB0AE0E1A917}" destId="{7FBDD090-BD53-4F01-8AD9-D070E95C7F46}" srcOrd="0" destOrd="0" presId="urn:microsoft.com/office/officeart/2005/8/layout/list1"/>
    <dgm:cxn modelId="{8E49125F-84F4-4139-A525-97E6AEBFFD0F}" type="presParOf" srcId="{8168CC7A-9A8E-4EF6-8917-FB0AE0E1A917}" destId="{0E2F66FE-42C5-44DB-88F2-DC141A4D119D}" srcOrd="1" destOrd="0" presId="urn:microsoft.com/office/officeart/2005/8/layout/list1"/>
    <dgm:cxn modelId="{5376037D-0109-40EA-A05A-86A06D87A2B4}" type="presParOf" srcId="{86801213-D511-48BC-8EF6-40F1DC3583ED}" destId="{9BD6213C-3125-4E83-8AFC-7BF84AD30F61}" srcOrd="17" destOrd="0" presId="urn:microsoft.com/office/officeart/2005/8/layout/list1"/>
    <dgm:cxn modelId="{094FC24E-7811-4402-8E26-09DA29379083}" type="presParOf" srcId="{86801213-D511-48BC-8EF6-40F1DC3583ED}" destId="{953E9528-2A86-4A80-B54C-DD248C8B6623}" srcOrd="18" destOrd="0" presId="urn:microsoft.com/office/officeart/2005/8/layout/list1"/>
    <dgm:cxn modelId="{D9EFF8D8-9AD4-435B-85C5-16BAAD174592}" type="presParOf" srcId="{86801213-D511-48BC-8EF6-40F1DC3583ED}" destId="{58C8C8F5-1959-4E17-B5C2-A573EB7F0735}" srcOrd="19" destOrd="0" presId="urn:microsoft.com/office/officeart/2005/8/layout/list1"/>
    <dgm:cxn modelId="{6D9C9965-5E49-4787-882A-DDDA2211593C}" type="presParOf" srcId="{86801213-D511-48BC-8EF6-40F1DC3583ED}" destId="{40398376-0435-431E-94FC-A6B6BEB107EF}" srcOrd="20" destOrd="0" presId="urn:microsoft.com/office/officeart/2005/8/layout/list1"/>
    <dgm:cxn modelId="{B5ADFF52-DF95-408F-9F5A-F65770AE1B4F}" type="presParOf" srcId="{40398376-0435-431E-94FC-A6B6BEB107EF}" destId="{1AE7DAEB-B268-41E6-BD44-C6F908A9329F}" srcOrd="0" destOrd="0" presId="urn:microsoft.com/office/officeart/2005/8/layout/list1"/>
    <dgm:cxn modelId="{F85C3EBD-31B2-44AA-85C1-E80A7C0223FE}" type="presParOf" srcId="{40398376-0435-431E-94FC-A6B6BEB107EF}" destId="{76B0DEAD-9AE1-4D8A-B902-8DC72A07E57F}" srcOrd="1" destOrd="0" presId="urn:microsoft.com/office/officeart/2005/8/layout/list1"/>
    <dgm:cxn modelId="{3E16E435-A859-4986-8914-51D7FD8B3DDD}" type="presParOf" srcId="{86801213-D511-48BC-8EF6-40F1DC3583ED}" destId="{59000CE3-9675-4725-A585-9C6161C9E4CB}" srcOrd="21" destOrd="0" presId="urn:microsoft.com/office/officeart/2005/8/layout/list1"/>
    <dgm:cxn modelId="{7D25927B-131D-4B36-BD84-3670C121620A}" type="presParOf" srcId="{86801213-D511-48BC-8EF6-40F1DC3583ED}" destId="{29682B4A-708D-4ADD-A313-6027A510D78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1806C3-E322-4463-9D39-63046EB73DD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4D3606-7065-4278-BE0F-988BA2CDE8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Tool Used:</a:t>
          </a:r>
          <a:r>
            <a:rPr lang="en-US"/>
            <a:t> ChatGPT (GPT-5 mini) helped draft and refine user stories.</a:t>
          </a:r>
        </a:p>
      </dgm:t>
    </dgm:pt>
    <dgm:pt modelId="{15394DD7-0D05-4B1F-B078-93E3CEF51FEE}" type="parTrans" cxnId="{8C81DF6A-6999-4706-93C8-3A296CBD5F8B}">
      <dgm:prSet/>
      <dgm:spPr/>
      <dgm:t>
        <a:bodyPr/>
        <a:lstStyle/>
        <a:p>
          <a:endParaRPr lang="en-US"/>
        </a:p>
      </dgm:t>
    </dgm:pt>
    <dgm:pt modelId="{8C5CBEB8-9451-45EF-AF87-E0AD32DC8500}" type="sibTrans" cxnId="{8C81DF6A-6999-4706-93C8-3A296CBD5F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DB1140C-073F-442B-828F-40BA39E35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Prompts Provided:</a:t>
          </a:r>
          <a:r>
            <a:rPr lang="en-US"/>
            <a:t> Requests for creating and professionally rephrasing user stories.</a:t>
          </a:r>
        </a:p>
      </dgm:t>
    </dgm:pt>
    <dgm:pt modelId="{9D00AEF5-CF02-42AC-A433-D6B3C5C0B821}" type="parTrans" cxnId="{149D1828-118A-4B1A-B3CB-4D9806259216}">
      <dgm:prSet/>
      <dgm:spPr/>
      <dgm:t>
        <a:bodyPr/>
        <a:lstStyle/>
        <a:p>
          <a:endParaRPr lang="en-US"/>
        </a:p>
      </dgm:t>
    </dgm:pt>
    <dgm:pt modelId="{5AE73650-2365-41FC-AA26-4BE30F5BE4EF}" type="sibTrans" cxnId="{149D1828-118A-4B1A-B3CB-4D98062592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0C1973-D60F-4432-AC81-1E31F5A4E1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Responsible Use:</a:t>
          </a:r>
          <a:r>
            <a:rPr lang="en-US"/>
            <a:t> All content reviewed and edited by the author for accuracy, coherence, and professional presentation.</a:t>
          </a:r>
        </a:p>
      </dgm:t>
    </dgm:pt>
    <dgm:pt modelId="{2F50D955-97A6-41D5-AEF2-E69D473295C2}" type="parTrans" cxnId="{8F965C4E-4054-464E-8ED4-3DC08CFAF64D}">
      <dgm:prSet/>
      <dgm:spPr/>
      <dgm:t>
        <a:bodyPr/>
        <a:lstStyle/>
        <a:p>
          <a:endParaRPr lang="en-US"/>
        </a:p>
      </dgm:t>
    </dgm:pt>
    <dgm:pt modelId="{2CA21761-63C3-4D65-9169-679AEE92B593}" type="sibTrans" cxnId="{8F965C4E-4054-464E-8ED4-3DC08CFAF6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CE4165-3E21-45BF-AED0-01ACC593AF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Overall Benefits</a:t>
          </a:r>
          <a:endParaRPr lang="en-US"/>
        </a:p>
      </dgm:t>
    </dgm:pt>
    <dgm:pt modelId="{594180BB-6B38-46B0-AD03-B2D59243B273}" type="parTrans" cxnId="{4B8690D6-1931-469E-BA8A-B414DAC2DAAE}">
      <dgm:prSet/>
      <dgm:spPr/>
      <dgm:t>
        <a:bodyPr/>
        <a:lstStyle/>
        <a:p>
          <a:endParaRPr lang="en-US"/>
        </a:p>
      </dgm:t>
    </dgm:pt>
    <dgm:pt modelId="{D9E81CC8-B4FF-4D61-BD28-883CCFA49F83}" type="sibTrans" cxnId="{4B8690D6-1931-469E-BA8A-B414DAC2DA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FEADB0-FA69-45BD-9B2A-853C8E64C0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Structured approach ensures </a:t>
          </a:r>
          <a:r>
            <a:rPr lang="en-US" b="1"/>
            <a:t>clarity, traceability, and stakeholder alignment</a:t>
          </a:r>
          <a:r>
            <a:rPr lang="en-US"/>
            <a:t>.</a:t>
          </a:r>
        </a:p>
      </dgm:t>
    </dgm:pt>
    <dgm:pt modelId="{C09B675D-5907-4F9C-8940-55EFC8DAADE9}" type="parTrans" cxnId="{7F1B77F7-D691-4616-BD5E-B5C39EE0EDC7}">
      <dgm:prSet/>
      <dgm:spPr/>
      <dgm:t>
        <a:bodyPr/>
        <a:lstStyle/>
        <a:p>
          <a:endParaRPr lang="en-US"/>
        </a:p>
      </dgm:t>
    </dgm:pt>
    <dgm:pt modelId="{F9D04A31-67C6-4618-8780-B01654419EA7}" type="sibTrans" cxnId="{7F1B77F7-D691-4616-BD5E-B5C39EE0ED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318065-932E-4A06-9D27-A660A69405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LLMs accelerate drafting while maintaining academic and professional integrity.</a:t>
          </a:r>
        </a:p>
      </dgm:t>
    </dgm:pt>
    <dgm:pt modelId="{1465CAF3-8631-4AD6-B27F-6A6FD926BB9B}" type="parTrans" cxnId="{BDBB3A07-7481-4FAF-B2DC-CA0A0196B1DB}">
      <dgm:prSet/>
      <dgm:spPr/>
      <dgm:t>
        <a:bodyPr/>
        <a:lstStyle/>
        <a:p>
          <a:endParaRPr lang="en-US"/>
        </a:p>
      </dgm:t>
    </dgm:pt>
    <dgm:pt modelId="{69198F29-D7C8-4091-9EAD-E6986FA746AE}" type="sibTrans" cxnId="{BDBB3A07-7481-4FAF-B2DC-CA0A0196B1DB}">
      <dgm:prSet/>
      <dgm:spPr/>
      <dgm:t>
        <a:bodyPr/>
        <a:lstStyle/>
        <a:p>
          <a:endParaRPr lang="en-US"/>
        </a:p>
      </dgm:t>
    </dgm:pt>
    <dgm:pt modelId="{C8AE630F-701D-4DDB-94CC-14C6CB0D50D4}" type="pres">
      <dgm:prSet presAssocID="{4E1806C3-E322-4463-9D39-63046EB73DD7}" presName="root" presStyleCnt="0">
        <dgm:presLayoutVars>
          <dgm:dir/>
          <dgm:resizeHandles val="exact"/>
        </dgm:presLayoutVars>
      </dgm:prSet>
      <dgm:spPr/>
    </dgm:pt>
    <dgm:pt modelId="{0B64DE44-B808-47FA-80FC-989CBE53DAA9}" type="pres">
      <dgm:prSet presAssocID="{4E1806C3-E322-4463-9D39-63046EB73DD7}" presName="container" presStyleCnt="0">
        <dgm:presLayoutVars>
          <dgm:dir/>
          <dgm:resizeHandles val="exact"/>
        </dgm:presLayoutVars>
      </dgm:prSet>
      <dgm:spPr/>
    </dgm:pt>
    <dgm:pt modelId="{7A19E13A-8D09-402D-8CF5-4FE24FB0DC48}" type="pres">
      <dgm:prSet presAssocID="{D24D3606-7065-4278-BE0F-988BA2CDE8DA}" presName="compNode" presStyleCnt="0"/>
      <dgm:spPr/>
    </dgm:pt>
    <dgm:pt modelId="{F41F47FD-136A-4D9E-A6C0-A203845A1617}" type="pres">
      <dgm:prSet presAssocID="{D24D3606-7065-4278-BE0F-988BA2CDE8DA}" presName="iconBgRect" presStyleLbl="bgShp" presStyleIdx="0" presStyleCnt="6"/>
      <dgm:spPr/>
    </dgm:pt>
    <dgm:pt modelId="{FD527872-0251-4C2F-81CF-E46E6388DB67}" type="pres">
      <dgm:prSet presAssocID="{D24D3606-7065-4278-BE0F-988BA2CDE8D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BFCAEA0-110D-4D6A-87CC-63DC10EBEDC2}" type="pres">
      <dgm:prSet presAssocID="{D24D3606-7065-4278-BE0F-988BA2CDE8DA}" presName="spaceRect" presStyleCnt="0"/>
      <dgm:spPr/>
    </dgm:pt>
    <dgm:pt modelId="{FCF7CB91-4C38-46DA-9658-47CD2CD05AD1}" type="pres">
      <dgm:prSet presAssocID="{D24D3606-7065-4278-BE0F-988BA2CDE8DA}" presName="textRect" presStyleLbl="revTx" presStyleIdx="0" presStyleCnt="6">
        <dgm:presLayoutVars>
          <dgm:chMax val="1"/>
          <dgm:chPref val="1"/>
        </dgm:presLayoutVars>
      </dgm:prSet>
      <dgm:spPr/>
    </dgm:pt>
    <dgm:pt modelId="{71FCDE52-55C4-4D57-B8C2-408CE784A26B}" type="pres">
      <dgm:prSet presAssocID="{8C5CBEB8-9451-45EF-AF87-E0AD32DC8500}" presName="sibTrans" presStyleLbl="sibTrans2D1" presStyleIdx="0" presStyleCnt="0"/>
      <dgm:spPr/>
    </dgm:pt>
    <dgm:pt modelId="{46B563CB-9F10-4972-92F8-A086C0C22A37}" type="pres">
      <dgm:prSet presAssocID="{6DB1140C-073F-442B-828F-40BA39E35181}" presName="compNode" presStyleCnt="0"/>
      <dgm:spPr/>
    </dgm:pt>
    <dgm:pt modelId="{C835BEAF-3CC6-4D0F-A184-5666FAA1142B}" type="pres">
      <dgm:prSet presAssocID="{6DB1140C-073F-442B-828F-40BA39E35181}" presName="iconBgRect" presStyleLbl="bgShp" presStyleIdx="1" presStyleCnt="6"/>
      <dgm:spPr/>
    </dgm:pt>
    <dgm:pt modelId="{5CD2AB93-5EE5-45FF-9060-817220088D13}" type="pres">
      <dgm:prSet presAssocID="{6DB1140C-073F-442B-828F-40BA39E3518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5BF5335-74BA-4E85-80F4-63C10FC37864}" type="pres">
      <dgm:prSet presAssocID="{6DB1140C-073F-442B-828F-40BA39E35181}" presName="spaceRect" presStyleCnt="0"/>
      <dgm:spPr/>
    </dgm:pt>
    <dgm:pt modelId="{6D6D3CC9-F5AD-4DA5-9654-AF89FA484AFC}" type="pres">
      <dgm:prSet presAssocID="{6DB1140C-073F-442B-828F-40BA39E35181}" presName="textRect" presStyleLbl="revTx" presStyleIdx="1" presStyleCnt="6">
        <dgm:presLayoutVars>
          <dgm:chMax val="1"/>
          <dgm:chPref val="1"/>
        </dgm:presLayoutVars>
      </dgm:prSet>
      <dgm:spPr/>
    </dgm:pt>
    <dgm:pt modelId="{DBFCDE7E-0991-47B9-B064-49DDB8D095D9}" type="pres">
      <dgm:prSet presAssocID="{5AE73650-2365-41FC-AA26-4BE30F5BE4EF}" presName="sibTrans" presStyleLbl="sibTrans2D1" presStyleIdx="0" presStyleCnt="0"/>
      <dgm:spPr/>
    </dgm:pt>
    <dgm:pt modelId="{34FDF702-CEBB-44F9-8B82-A6ED983A0DF4}" type="pres">
      <dgm:prSet presAssocID="{7C0C1973-D60F-4432-AC81-1E31F5A4E19A}" presName="compNode" presStyleCnt="0"/>
      <dgm:spPr/>
    </dgm:pt>
    <dgm:pt modelId="{E9BB91F8-22B2-479E-BFDF-E2533F38F5D5}" type="pres">
      <dgm:prSet presAssocID="{7C0C1973-D60F-4432-AC81-1E31F5A4E19A}" presName="iconBgRect" presStyleLbl="bgShp" presStyleIdx="2" presStyleCnt="6"/>
      <dgm:spPr/>
    </dgm:pt>
    <dgm:pt modelId="{D4FD453B-DBDD-4EDA-B8C6-6D82D9886547}" type="pres">
      <dgm:prSet presAssocID="{7C0C1973-D60F-4432-AC81-1E31F5A4E19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E556605B-E3F8-44CB-95DF-B372766EA838}" type="pres">
      <dgm:prSet presAssocID="{7C0C1973-D60F-4432-AC81-1E31F5A4E19A}" presName="spaceRect" presStyleCnt="0"/>
      <dgm:spPr/>
    </dgm:pt>
    <dgm:pt modelId="{B66CCC2F-31D4-497D-BED1-5DF2CC94269C}" type="pres">
      <dgm:prSet presAssocID="{7C0C1973-D60F-4432-AC81-1E31F5A4E19A}" presName="textRect" presStyleLbl="revTx" presStyleIdx="2" presStyleCnt="6">
        <dgm:presLayoutVars>
          <dgm:chMax val="1"/>
          <dgm:chPref val="1"/>
        </dgm:presLayoutVars>
      </dgm:prSet>
      <dgm:spPr/>
    </dgm:pt>
    <dgm:pt modelId="{82307F73-571C-47B0-959A-33BF9EE51D16}" type="pres">
      <dgm:prSet presAssocID="{2CA21761-63C3-4D65-9169-679AEE92B593}" presName="sibTrans" presStyleLbl="sibTrans2D1" presStyleIdx="0" presStyleCnt="0"/>
      <dgm:spPr/>
    </dgm:pt>
    <dgm:pt modelId="{7480F083-4B4F-40F2-96F1-D9A0234FB53E}" type="pres">
      <dgm:prSet presAssocID="{0ACE4165-3E21-45BF-AED0-01ACC593AF22}" presName="compNode" presStyleCnt="0"/>
      <dgm:spPr/>
    </dgm:pt>
    <dgm:pt modelId="{74D07F7A-8AFE-4C2C-8967-C15C3844DD5A}" type="pres">
      <dgm:prSet presAssocID="{0ACE4165-3E21-45BF-AED0-01ACC593AF22}" presName="iconBgRect" presStyleLbl="bgShp" presStyleIdx="3" presStyleCnt="6"/>
      <dgm:spPr/>
    </dgm:pt>
    <dgm:pt modelId="{C71BCCF5-CBC3-4DEB-ACDD-A40E4B3F01A0}" type="pres">
      <dgm:prSet presAssocID="{0ACE4165-3E21-45BF-AED0-01ACC593AF2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FD0AF80-C04C-402B-ADFC-8D4F826A6A46}" type="pres">
      <dgm:prSet presAssocID="{0ACE4165-3E21-45BF-AED0-01ACC593AF22}" presName="spaceRect" presStyleCnt="0"/>
      <dgm:spPr/>
    </dgm:pt>
    <dgm:pt modelId="{36C2E482-412D-4B68-A1C3-9070013C5D4B}" type="pres">
      <dgm:prSet presAssocID="{0ACE4165-3E21-45BF-AED0-01ACC593AF22}" presName="textRect" presStyleLbl="revTx" presStyleIdx="3" presStyleCnt="6">
        <dgm:presLayoutVars>
          <dgm:chMax val="1"/>
          <dgm:chPref val="1"/>
        </dgm:presLayoutVars>
      </dgm:prSet>
      <dgm:spPr/>
    </dgm:pt>
    <dgm:pt modelId="{BEFBCB0E-2E85-438B-92A5-2B884F9F3698}" type="pres">
      <dgm:prSet presAssocID="{D9E81CC8-B4FF-4D61-BD28-883CCFA49F83}" presName="sibTrans" presStyleLbl="sibTrans2D1" presStyleIdx="0" presStyleCnt="0"/>
      <dgm:spPr/>
    </dgm:pt>
    <dgm:pt modelId="{013F5D87-7377-452C-B024-CEEEFDD98DA0}" type="pres">
      <dgm:prSet presAssocID="{9CFEADB0-FA69-45BD-9B2A-853C8E64C054}" presName="compNode" presStyleCnt="0"/>
      <dgm:spPr/>
    </dgm:pt>
    <dgm:pt modelId="{2333BDBA-4ED0-4108-B19B-B1FC24ACE590}" type="pres">
      <dgm:prSet presAssocID="{9CFEADB0-FA69-45BD-9B2A-853C8E64C054}" presName="iconBgRect" presStyleLbl="bgShp" presStyleIdx="4" presStyleCnt="6"/>
      <dgm:spPr/>
    </dgm:pt>
    <dgm:pt modelId="{72C69B35-147B-4369-9054-B7957B9D9D05}" type="pres">
      <dgm:prSet presAssocID="{9CFEADB0-FA69-45BD-9B2A-853C8E64C05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9A2EA9A-C795-4BF7-80A9-121EE3C55978}" type="pres">
      <dgm:prSet presAssocID="{9CFEADB0-FA69-45BD-9B2A-853C8E64C054}" presName="spaceRect" presStyleCnt="0"/>
      <dgm:spPr/>
    </dgm:pt>
    <dgm:pt modelId="{C6B6DC42-6498-4222-8C3B-A22B6F23D86E}" type="pres">
      <dgm:prSet presAssocID="{9CFEADB0-FA69-45BD-9B2A-853C8E64C054}" presName="textRect" presStyleLbl="revTx" presStyleIdx="4" presStyleCnt="6">
        <dgm:presLayoutVars>
          <dgm:chMax val="1"/>
          <dgm:chPref val="1"/>
        </dgm:presLayoutVars>
      </dgm:prSet>
      <dgm:spPr/>
    </dgm:pt>
    <dgm:pt modelId="{0A8FC11A-A9C6-4C99-B87C-7362598FA5DB}" type="pres">
      <dgm:prSet presAssocID="{F9D04A31-67C6-4618-8780-B01654419EA7}" presName="sibTrans" presStyleLbl="sibTrans2D1" presStyleIdx="0" presStyleCnt="0"/>
      <dgm:spPr/>
    </dgm:pt>
    <dgm:pt modelId="{919B2F67-2A44-4103-BD26-AEA8F5BAC74A}" type="pres">
      <dgm:prSet presAssocID="{E3318065-932E-4A06-9D27-A660A694059D}" presName="compNode" presStyleCnt="0"/>
      <dgm:spPr/>
    </dgm:pt>
    <dgm:pt modelId="{85BB9155-8981-4B20-BE8D-5FB4969ACC8D}" type="pres">
      <dgm:prSet presAssocID="{E3318065-932E-4A06-9D27-A660A694059D}" presName="iconBgRect" presStyleLbl="bgShp" presStyleIdx="5" presStyleCnt="6"/>
      <dgm:spPr/>
    </dgm:pt>
    <dgm:pt modelId="{455A62A2-642E-446A-AF93-3ECB2ECD1EF3}" type="pres">
      <dgm:prSet presAssocID="{E3318065-932E-4A06-9D27-A660A694059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2BFA155-13A5-4026-A9E0-B6A03CBAC02E}" type="pres">
      <dgm:prSet presAssocID="{E3318065-932E-4A06-9D27-A660A694059D}" presName="spaceRect" presStyleCnt="0"/>
      <dgm:spPr/>
    </dgm:pt>
    <dgm:pt modelId="{CBBB43B4-2A7B-4872-BB66-0947F1D81DDC}" type="pres">
      <dgm:prSet presAssocID="{E3318065-932E-4A06-9D27-A660A694059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DBB3A07-7481-4FAF-B2DC-CA0A0196B1DB}" srcId="{4E1806C3-E322-4463-9D39-63046EB73DD7}" destId="{E3318065-932E-4A06-9D27-A660A694059D}" srcOrd="5" destOrd="0" parTransId="{1465CAF3-8631-4AD6-B27F-6A6FD926BB9B}" sibTransId="{69198F29-D7C8-4091-9EAD-E6986FA746AE}"/>
    <dgm:cxn modelId="{7563BA10-D361-4A82-85C3-47349BD06AC5}" type="presOf" srcId="{6DB1140C-073F-442B-828F-40BA39E35181}" destId="{6D6D3CC9-F5AD-4DA5-9654-AF89FA484AFC}" srcOrd="0" destOrd="0" presId="urn:microsoft.com/office/officeart/2018/2/layout/IconCircleList"/>
    <dgm:cxn modelId="{811E4E12-52E0-4037-B1E9-CED69D67ECF3}" type="presOf" srcId="{9CFEADB0-FA69-45BD-9B2A-853C8E64C054}" destId="{C6B6DC42-6498-4222-8C3B-A22B6F23D86E}" srcOrd="0" destOrd="0" presId="urn:microsoft.com/office/officeart/2018/2/layout/IconCircleList"/>
    <dgm:cxn modelId="{86D25B1A-E77D-4C87-BCE9-E399F0FDE0C2}" type="presOf" srcId="{5AE73650-2365-41FC-AA26-4BE30F5BE4EF}" destId="{DBFCDE7E-0991-47B9-B064-49DDB8D095D9}" srcOrd="0" destOrd="0" presId="urn:microsoft.com/office/officeart/2018/2/layout/IconCircleList"/>
    <dgm:cxn modelId="{149D1828-118A-4B1A-B3CB-4D9806259216}" srcId="{4E1806C3-E322-4463-9D39-63046EB73DD7}" destId="{6DB1140C-073F-442B-828F-40BA39E35181}" srcOrd="1" destOrd="0" parTransId="{9D00AEF5-CF02-42AC-A433-D6B3C5C0B821}" sibTransId="{5AE73650-2365-41FC-AA26-4BE30F5BE4EF}"/>
    <dgm:cxn modelId="{8C81DF6A-6999-4706-93C8-3A296CBD5F8B}" srcId="{4E1806C3-E322-4463-9D39-63046EB73DD7}" destId="{D24D3606-7065-4278-BE0F-988BA2CDE8DA}" srcOrd="0" destOrd="0" parTransId="{15394DD7-0D05-4B1F-B078-93E3CEF51FEE}" sibTransId="{8C5CBEB8-9451-45EF-AF87-E0AD32DC8500}"/>
    <dgm:cxn modelId="{8F965C4E-4054-464E-8ED4-3DC08CFAF64D}" srcId="{4E1806C3-E322-4463-9D39-63046EB73DD7}" destId="{7C0C1973-D60F-4432-AC81-1E31F5A4E19A}" srcOrd="2" destOrd="0" parTransId="{2F50D955-97A6-41D5-AEF2-E69D473295C2}" sibTransId="{2CA21761-63C3-4D65-9169-679AEE92B593}"/>
    <dgm:cxn modelId="{24ACA759-F44D-4C17-BDC6-E00714078B04}" type="presOf" srcId="{D24D3606-7065-4278-BE0F-988BA2CDE8DA}" destId="{FCF7CB91-4C38-46DA-9658-47CD2CD05AD1}" srcOrd="0" destOrd="0" presId="urn:microsoft.com/office/officeart/2018/2/layout/IconCircleList"/>
    <dgm:cxn modelId="{A686108E-B79F-4C2B-8340-A839E51ED955}" type="presOf" srcId="{7C0C1973-D60F-4432-AC81-1E31F5A4E19A}" destId="{B66CCC2F-31D4-497D-BED1-5DF2CC94269C}" srcOrd="0" destOrd="0" presId="urn:microsoft.com/office/officeart/2018/2/layout/IconCircleList"/>
    <dgm:cxn modelId="{4D2CA291-2914-4A38-AC02-8B47087EA2BF}" type="presOf" srcId="{0ACE4165-3E21-45BF-AED0-01ACC593AF22}" destId="{36C2E482-412D-4B68-A1C3-9070013C5D4B}" srcOrd="0" destOrd="0" presId="urn:microsoft.com/office/officeart/2018/2/layout/IconCircleList"/>
    <dgm:cxn modelId="{C9BF4B93-352A-4C55-8B94-B1BEC30F9F85}" type="presOf" srcId="{2CA21761-63C3-4D65-9169-679AEE92B593}" destId="{82307F73-571C-47B0-959A-33BF9EE51D16}" srcOrd="0" destOrd="0" presId="urn:microsoft.com/office/officeart/2018/2/layout/IconCircleList"/>
    <dgm:cxn modelId="{F0105AA3-D6F1-416F-9CB2-04754F0462C9}" type="presOf" srcId="{F9D04A31-67C6-4618-8780-B01654419EA7}" destId="{0A8FC11A-A9C6-4C99-B87C-7362598FA5DB}" srcOrd="0" destOrd="0" presId="urn:microsoft.com/office/officeart/2018/2/layout/IconCircleList"/>
    <dgm:cxn modelId="{F1CC0BB2-1010-48C8-8B10-E1D03C52AF36}" type="presOf" srcId="{8C5CBEB8-9451-45EF-AF87-E0AD32DC8500}" destId="{71FCDE52-55C4-4D57-B8C2-408CE784A26B}" srcOrd="0" destOrd="0" presId="urn:microsoft.com/office/officeart/2018/2/layout/IconCircleList"/>
    <dgm:cxn modelId="{44F5F9C5-A4D8-415C-AD5F-63477EAA929A}" type="presOf" srcId="{D9E81CC8-B4FF-4D61-BD28-883CCFA49F83}" destId="{BEFBCB0E-2E85-438B-92A5-2B884F9F3698}" srcOrd="0" destOrd="0" presId="urn:microsoft.com/office/officeart/2018/2/layout/IconCircleList"/>
    <dgm:cxn modelId="{4B8690D6-1931-469E-BA8A-B414DAC2DAAE}" srcId="{4E1806C3-E322-4463-9D39-63046EB73DD7}" destId="{0ACE4165-3E21-45BF-AED0-01ACC593AF22}" srcOrd="3" destOrd="0" parTransId="{594180BB-6B38-46B0-AD03-B2D59243B273}" sibTransId="{D9E81CC8-B4FF-4D61-BD28-883CCFA49F83}"/>
    <dgm:cxn modelId="{CC81C0DB-C833-41D9-8898-0CCC5F532DD3}" type="presOf" srcId="{E3318065-932E-4A06-9D27-A660A694059D}" destId="{CBBB43B4-2A7B-4872-BB66-0947F1D81DDC}" srcOrd="0" destOrd="0" presId="urn:microsoft.com/office/officeart/2018/2/layout/IconCircleList"/>
    <dgm:cxn modelId="{7F1B77F7-D691-4616-BD5E-B5C39EE0EDC7}" srcId="{4E1806C3-E322-4463-9D39-63046EB73DD7}" destId="{9CFEADB0-FA69-45BD-9B2A-853C8E64C054}" srcOrd="4" destOrd="0" parTransId="{C09B675D-5907-4F9C-8940-55EFC8DAADE9}" sibTransId="{F9D04A31-67C6-4618-8780-B01654419EA7}"/>
    <dgm:cxn modelId="{17C089FA-5864-4594-BDE7-841CFD08243B}" type="presOf" srcId="{4E1806C3-E322-4463-9D39-63046EB73DD7}" destId="{C8AE630F-701D-4DDB-94CC-14C6CB0D50D4}" srcOrd="0" destOrd="0" presId="urn:microsoft.com/office/officeart/2018/2/layout/IconCircleList"/>
    <dgm:cxn modelId="{2492B936-6D86-4A8A-B4BD-F6C1F7F72574}" type="presParOf" srcId="{C8AE630F-701D-4DDB-94CC-14C6CB0D50D4}" destId="{0B64DE44-B808-47FA-80FC-989CBE53DAA9}" srcOrd="0" destOrd="0" presId="urn:microsoft.com/office/officeart/2018/2/layout/IconCircleList"/>
    <dgm:cxn modelId="{AAAF2726-C3D1-4E9F-BAC9-FB190DB88E83}" type="presParOf" srcId="{0B64DE44-B808-47FA-80FC-989CBE53DAA9}" destId="{7A19E13A-8D09-402D-8CF5-4FE24FB0DC48}" srcOrd="0" destOrd="0" presId="urn:microsoft.com/office/officeart/2018/2/layout/IconCircleList"/>
    <dgm:cxn modelId="{A6C4E7A9-9025-4C05-B3F8-4824F735D4FD}" type="presParOf" srcId="{7A19E13A-8D09-402D-8CF5-4FE24FB0DC48}" destId="{F41F47FD-136A-4D9E-A6C0-A203845A1617}" srcOrd="0" destOrd="0" presId="urn:microsoft.com/office/officeart/2018/2/layout/IconCircleList"/>
    <dgm:cxn modelId="{C1F2B293-A6E8-4ACF-86C2-044E290E0AA6}" type="presParOf" srcId="{7A19E13A-8D09-402D-8CF5-4FE24FB0DC48}" destId="{FD527872-0251-4C2F-81CF-E46E6388DB67}" srcOrd="1" destOrd="0" presId="urn:microsoft.com/office/officeart/2018/2/layout/IconCircleList"/>
    <dgm:cxn modelId="{4EFD0DB6-7178-403F-8E64-A01C51109057}" type="presParOf" srcId="{7A19E13A-8D09-402D-8CF5-4FE24FB0DC48}" destId="{7BFCAEA0-110D-4D6A-87CC-63DC10EBEDC2}" srcOrd="2" destOrd="0" presId="urn:microsoft.com/office/officeart/2018/2/layout/IconCircleList"/>
    <dgm:cxn modelId="{49706BD5-D302-4B32-A502-8AF4612F2864}" type="presParOf" srcId="{7A19E13A-8D09-402D-8CF5-4FE24FB0DC48}" destId="{FCF7CB91-4C38-46DA-9658-47CD2CD05AD1}" srcOrd="3" destOrd="0" presId="urn:microsoft.com/office/officeart/2018/2/layout/IconCircleList"/>
    <dgm:cxn modelId="{5BDF2ED0-BF3B-45CB-A1D2-175ADDB79B1F}" type="presParOf" srcId="{0B64DE44-B808-47FA-80FC-989CBE53DAA9}" destId="{71FCDE52-55C4-4D57-B8C2-408CE784A26B}" srcOrd="1" destOrd="0" presId="urn:microsoft.com/office/officeart/2018/2/layout/IconCircleList"/>
    <dgm:cxn modelId="{8AFF4B1B-B409-44B9-930B-0B072A11E287}" type="presParOf" srcId="{0B64DE44-B808-47FA-80FC-989CBE53DAA9}" destId="{46B563CB-9F10-4972-92F8-A086C0C22A37}" srcOrd="2" destOrd="0" presId="urn:microsoft.com/office/officeart/2018/2/layout/IconCircleList"/>
    <dgm:cxn modelId="{86DA7AAB-258D-4B16-A7E5-38690F486B7F}" type="presParOf" srcId="{46B563CB-9F10-4972-92F8-A086C0C22A37}" destId="{C835BEAF-3CC6-4D0F-A184-5666FAA1142B}" srcOrd="0" destOrd="0" presId="urn:microsoft.com/office/officeart/2018/2/layout/IconCircleList"/>
    <dgm:cxn modelId="{41BEB75A-6F6A-48CD-9E20-774CED45FBFA}" type="presParOf" srcId="{46B563CB-9F10-4972-92F8-A086C0C22A37}" destId="{5CD2AB93-5EE5-45FF-9060-817220088D13}" srcOrd="1" destOrd="0" presId="urn:microsoft.com/office/officeart/2018/2/layout/IconCircleList"/>
    <dgm:cxn modelId="{B2DA751D-3503-43AB-9DF0-54801941AB4C}" type="presParOf" srcId="{46B563CB-9F10-4972-92F8-A086C0C22A37}" destId="{E5BF5335-74BA-4E85-80F4-63C10FC37864}" srcOrd="2" destOrd="0" presId="urn:microsoft.com/office/officeart/2018/2/layout/IconCircleList"/>
    <dgm:cxn modelId="{8634488F-0ADF-4B0E-8F5E-76D2A59A3D54}" type="presParOf" srcId="{46B563CB-9F10-4972-92F8-A086C0C22A37}" destId="{6D6D3CC9-F5AD-4DA5-9654-AF89FA484AFC}" srcOrd="3" destOrd="0" presId="urn:microsoft.com/office/officeart/2018/2/layout/IconCircleList"/>
    <dgm:cxn modelId="{DA111429-8706-4C83-B873-F0C31658955A}" type="presParOf" srcId="{0B64DE44-B808-47FA-80FC-989CBE53DAA9}" destId="{DBFCDE7E-0991-47B9-B064-49DDB8D095D9}" srcOrd="3" destOrd="0" presId="urn:microsoft.com/office/officeart/2018/2/layout/IconCircleList"/>
    <dgm:cxn modelId="{2EE01266-D1AE-4E55-9DB4-B49D5CDAA9A0}" type="presParOf" srcId="{0B64DE44-B808-47FA-80FC-989CBE53DAA9}" destId="{34FDF702-CEBB-44F9-8B82-A6ED983A0DF4}" srcOrd="4" destOrd="0" presId="urn:microsoft.com/office/officeart/2018/2/layout/IconCircleList"/>
    <dgm:cxn modelId="{35C34EF2-EBE7-40FD-90D4-1603147A9F45}" type="presParOf" srcId="{34FDF702-CEBB-44F9-8B82-A6ED983A0DF4}" destId="{E9BB91F8-22B2-479E-BFDF-E2533F38F5D5}" srcOrd="0" destOrd="0" presId="urn:microsoft.com/office/officeart/2018/2/layout/IconCircleList"/>
    <dgm:cxn modelId="{3CAB0EAA-F41C-40C6-98AB-4A905E86FE3F}" type="presParOf" srcId="{34FDF702-CEBB-44F9-8B82-A6ED983A0DF4}" destId="{D4FD453B-DBDD-4EDA-B8C6-6D82D9886547}" srcOrd="1" destOrd="0" presId="urn:microsoft.com/office/officeart/2018/2/layout/IconCircleList"/>
    <dgm:cxn modelId="{A044D7A4-5699-458B-A1CB-AFBBF2ABFEB6}" type="presParOf" srcId="{34FDF702-CEBB-44F9-8B82-A6ED983A0DF4}" destId="{E556605B-E3F8-44CB-95DF-B372766EA838}" srcOrd="2" destOrd="0" presId="urn:microsoft.com/office/officeart/2018/2/layout/IconCircleList"/>
    <dgm:cxn modelId="{6D01C390-8D5D-41A9-8E53-5BBFFD99955B}" type="presParOf" srcId="{34FDF702-CEBB-44F9-8B82-A6ED983A0DF4}" destId="{B66CCC2F-31D4-497D-BED1-5DF2CC94269C}" srcOrd="3" destOrd="0" presId="urn:microsoft.com/office/officeart/2018/2/layout/IconCircleList"/>
    <dgm:cxn modelId="{B3813859-10B2-4FEB-B3F4-E3519D5F2F65}" type="presParOf" srcId="{0B64DE44-B808-47FA-80FC-989CBE53DAA9}" destId="{82307F73-571C-47B0-959A-33BF9EE51D16}" srcOrd="5" destOrd="0" presId="urn:microsoft.com/office/officeart/2018/2/layout/IconCircleList"/>
    <dgm:cxn modelId="{BF7D20BD-B164-46FB-93E4-2903483B0D44}" type="presParOf" srcId="{0B64DE44-B808-47FA-80FC-989CBE53DAA9}" destId="{7480F083-4B4F-40F2-96F1-D9A0234FB53E}" srcOrd="6" destOrd="0" presId="urn:microsoft.com/office/officeart/2018/2/layout/IconCircleList"/>
    <dgm:cxn modelId="{347F6846-E9B6-4A7E-ABA3-4B9F56A71ED4}" type="presParOf" srcId="{7480F083-4B4F-40F2-96F1-D9A0234FB53E}" destId="{74D07F7A-8AFE-4C2C-8967-C15C3844DD5A}" srcOrd="0" destOrd="0" presId="urn:microsoft.com/office/officeart/2018/2/layout/IconCircleList"/>
    <dgm:cxn modelId="{953AC7C6-2490-4A05-919D-A1DE241ED64A}" type="presParOf" srcId="{7480F083-4B4F-40F2-96F1-D9A0234FB53E}" destId="{C71BCCF5-CBC3-4DEB-ACDD-A40E4B3F01A0}" srcOrd="1" destOrd="0" presId="urn:microsoft.com/office/officeart/2018/2/layout/IconCircleList"/>
    <dgm:cxn modelId="{B24B011C-6D46-4FD8-94D9-5170E9A57DE2}" type="presParOf" srcId="{7480F083-4B4F-40F2-96F1-D9A0234FB53E}" destId="{DFD0AF80-C04C-402B-ADFC-8D4F826A6A46}" srcOrd="2" destOrd="0" presId="urn:microsoft.com/office/officeart/2018/2/layout/IconCircleList"/>
    <dgm:cxn modelId="{B27C6496-D9A3-468C-881E-4C9DEB4F5F1C}" type="presParOf" srcId="{7480F083-4B4F-40F2-96F1-D9A0234FB53E}" destId="{36C2E482-412D-4B68-A1C3-9070013C5D4B}" srcOrd="3" destOrd="0" presId="urn:microsoft.com/office/officeart/2018/2/layout/IconCircleList"/>
    <dgm:cxn modelId="{6036ECCA-1B49-4E20-99B0-0A172F1D429B}" type="presParOf" srcId="{0B64DE44-B808-47FA-80FC-989CBE53DAA9}" destId="{BEFBCB0E-2E85-438B-92A5-2B884F9F3698}" srcOrd="7" destOrd="0" presId="urn:microsoft.com/office/officeart/2018/2/layout/IconCircleList"/>
    <dgm:cxn modelId="{E51AB758-23B3-47A3-8EDF-30D74BE41BBB}" type="presParOf" srcId="{0B64DE44-B808-47FA-80FC-989CBE53DAA9}" destId="{013F5D87-7377-452C-B024-CEEEFDD98DA0}" srcOrd="8" destOrd="0" presId="urn:microsoft.com/office/officeart/2018/2/layout/IconCircleList"/>
    <dgm:cxn modelId="{55B79CA9-0741-45F0-A1CC-9FBA13F9D191}" type="presParOf" srcId="{013F5D87-7377-452C-B024-CEEEFDD98DA0}" destId="{2333BDBA-4ED0-4108-B19B-B1FC24ACE590}" srcOrd="0" destOrd="0" presId="urn:microsoft.com/office/officeart/2018/2/layout/IconCircleList"/>
    <dgm:cxn modelId="{09A984E4-66C2-4AB8-9627-46ECD71BF034}" type="presParOf" srcId="{013F5D87-7377-452C-B024-CEEEFDD98DA0}" destId="{72C69B35-147B-4369-9054-B7957B9D9D05}" srcOrd="1" destOrd="0" presId="urn:microsoft.com/office/officeart/2018/2/layout/IconCircleList"/>
    <dgm:cxn modelId="{B85575BE-AB95-49A0-879E-E7365A8976CE}" type="presParOf" srcId="{013F5D87-7377-452C-B024-CEEEFDD98DA0}" destId="{29A2EA9A-C795-4BF7-80A9-121EE3C55978}" srcOrd="2" destOrd="0" presId="urn:microsoft.com/office/officeart/2018/2/layout/IconCircleList"/>
    <dgm:cxn modelId="{A0727445-8085-475C-8253-D89B5C75CE95}" type="presParOf" srcId="{013F5D87-7377-452C-B024-CEEEFDD98DA0}" destId="{C6B6DC42-6498-4222-8C3B-A22B6F23D86E}" srcOrd="3" destOrd="0" presId="urn:microsoft.com/office/officeart/2018/2/layout/IconCircleList"/>
    <dgm:cxn modelId="{573EE6E1-C776-4E50-850C-C63E83B8BF5A}" type="presParOf" srcId="{0B64DE44-B808-47FA-80FC-989CBE53DAA9}" destId="{0A8FC11A-A9C6-4C99-B87C-7362598FA5DB}" srcOrd="9" destOrd="0" presId="urn:microsoft.com/office/officeart/2018/2/layout/IconCircleList"/>
    <dgm:cxn modelId="{696E08DA-D030-45F6-B1B0-29339D7F5D38}" type="presParOf" srcId="{0B64DE44-B808-47FA-80FC-989CBE53DAA9}" destId="{919B2F67-2A44-4103-BD26-AEA8F5BAC74A}" srcOrd="10" destOrd="0" presId="urn:microsoft.com/office/officeart/2018/2/layout/IconCircleList"/>
    <dgm:cxn modelId="{32130E40-C3ED-46A6-87D2-2E52F28327FD}" type="presParOf" srcId="{919B2F67-2A44-4103-BD26-AEA8F5BAC74A}" destId="{85BB9155-8981-4B20-BE8D-5FB4969ACC8D}" srcOrd="0" destOrd="0" presId="urn:microsoft.com/office/officeart/2018/2/layout/IconCircleList"/>
    <dgm:cxn modelId="{3291A308-6080-4FB0-B8AD-D22EB4FBBE9A}" type="presParOf" srcId="{919B2F67-2A44-4103-BD26-AEA8F5BAC74A}" destId="{455A62A2-642E-446A-AF93-3ECB2ECD1EF3}" srcOrd="1" destOrd="0" presId="urn:microsoft.com/office/officeart/2018/2/layout/IconCircleList"/>
    <dgm:cxn modelId="{BF4A352E-0E35-4E07-A579-7AB8EBC6EA34}" type="presParOf" srcId="{919B2F67-2A44-4103-BD26-AEA8F5BAC74A}" destId="{62BFA155-13A5-4026-A9E0-B6A03CBAC02E}" srcOrd="2" destOrd="0" presId="urn:microsoft.com/office/officeart/2018/2/layout/IconCircleList"/>
    <dgm:cxn modelId="{78A06478-5739-489C-A649-380BE0C9659C}" type="presParOf" srcId="{919B2F67-2A44-4103-BD26-AEA8F5BAC74A}" destId="{CBBB43B4-2A7B-4872-BB66-0947F1D81DD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8CA00C-B0E0-4B07-A3EB-4DF83E956273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7435FB-7821-47A5-B5E4-97BF480B6F52}">
      <dgm:prSet/>
      <dgm:spPr/>
      <dgm:t>
        <a:bodyPr/>
        <a:lstStyle/>
        <a:p>
          <a:r>
            <a:rPr lang="en-US"/>
            <a:t>The VSOC platform addresses all stakeholder needs:</a:t>
          </a:r>
        </a:p>
      </dgm:t>
    </dgm:pt>
    <dgm:pt modelId="{7AAA4603-51EA-44AC-9CAD-26027B1D16DB}" type="parTrans" cxnId="{76BCDB82-135D-4376-85C7-E3E71506E278}">
      <dgm:prSet/>
      <dgm:spPr/>
      <dgm:t>
        <a:bodyPr/>
        <a:lstStyle/>
        <a:p>
          <a:endParaRPr lang="en-US"/>
        </a:p>
      </dgm:t>
    </dgm:pt>
    <dgm:pt modelId="{85F1900C-16C6-413B-B706-93E9193D9D8B}" type="sibTrans" cxnId="{76BCDB82-135D-4376-85C7-E3E71506E278}">
      <dgm:prSet/>
      <dgm:spPr/>
      <dgm:t>
        <a:bodyPr/>
        <a:lstStyle/>
        <a:p>
          <a:endParaRPr lang="en-US"/>
        </a:p>
      </dgm:t>
    </dgm:pt>
    <dgm:pt modelId="{6F4AB889-7403-4DFA-96B3-261ECE638ADC}">
      <dgm:prSet/>
      <dgm:spPr/>
      <dgm:t>
        <a:bodyPr/>
        <a:lstStyle/>
        <a:p>
          <a:r>
            <a:rPr lang="en-US"/>
            <a:t>- Real-time threat alerts for Security Analysts</a:t>
          </a:r>
        </a:p>
      </dgm:t>
    </dgm:pt>
    <dgm:pt modelId="{144DC8D5-D374-49A2-AF5B-E9893601E79B}" type="parTrans" cxnId="{07486B4A-82B8-4CEB-8C40-ED67DBACF6E3}">
      <dgm:prSet/>
      <dgm:spPr/>
      <dgm:t>
        <a:bodyPr/>
        <a:lstStyle/>
        <a:p>
          <a:endParaRPr lang="en-US"/>
        </a:p>
      </dgm:t>
    </dgm:pt>
    <dgm:pt modelId="{2FCFD568-24FD-40CF-AB87-08B2B065912D}" type="sibTrans" cxnId="{07486B4A-82B8-4CEB-8C40-ED67DBACF6E3}">
      <dgm:prSet/>
      <dgm:spPr/>
      <dgm:t>
        <a:bodyPr/>
        <a:lstStyle/>
        <a:p>
          <a:endParaRPr lang="en-US"/>
        </a:p>
      </dgm:t>
    </dgm:pt>
    <dgm:pt modelId="{455182F6-85BC-40CD-A36F-BEFA099FB390}">
      <dgm:prSet/>
      <dgm:spPr/>
      <dgm:t>
        <a:bodyPr/>
        <a:lstStyle/>
        <a:p>
          <a:r>
            <a:rPr lang="en-US"/>
            <a:t>- Secure data pipelines for Data Engineers</a:t>
          </a:r>
        </a:p>
      </dgm:t>
    </dgm:pt>
    <dgm:pt modelId="{EC176144-E8E7-4018-965C-BDEE7F94E90E}" type="parTrans" cxnId="{21658C2C-1653-403A-8D71-419209A0512D}">
      <dgm:prSet/>
      <dgm:spPr/>
      <dgm:t>
        <a:bodyPr/>
        <a:lstStyle/>
        <a:p>
          <a:endParaRPr lang="en-US"/>
        </a:p>
      </dgm:t>
    </dgm:pt>
    <dgm:pt modelId="{B9788E70-8C32-4838-A5CF-F1A12A9FD981}" type="sibTrans" cxnId="{21658C2C-1653-403A-8D71-419209A0512D}">
      <dgm:prSet/>
      <dgm:spPr/>
      <dgm:t>
        <a:bodyPr/>
        <a:lstStyle/>
        <a:p>
          <a:endParaRPr lang="en-US"/>
        </a:p>
      </dgm:t>
    </dgm:pt>
    <dgm:pt modelId="{0406B340-2342-44A3-9966-F9254606CAD8}">
      <dgm:prSet/>
      <dgm:spPr/>
      <dgm:t>
        <a:bodyPr/>
        <a:lstStyle/>
        <a:p>
          <a:r>
            <a:rPr lang="en-US"/>
            <a:t>- Compliance reports for Legal teams</a:t>
          </a:r>
        </a:p>
      </dgm:t>
    </dgm:pt>
    <dgm:pt modelId="{843F92BC-4916-4724-89A7-35B9ACC14904}" type="parTrans" cxnId="{8F36DDFA-38FA-440C-881C-9DAE59743776}">
      <dgm:prSet/>
      <dgm:spPr/>
      <dgm:t>
        <a:bodyPr/>
        <a:lstStyle/>
        <a:p>
          <a:endParaRPr lang="en-US"/>
        </a:p>
      </dgm:t>
    </dgm:pt>
    <dgm:pt modelId="{8AF6CC65-041A-4B63-91AC-D20D02E6B8B6}" type="sibTrans" cxnId="{8F36DDFA-38FA-440C-881C-9DAE59743776}">
      <dgm:prSet/>
      <dgm:spPr/>
      <dgm:t>
        <a:bodyPr/>
        <a:lstStyle/>
        <a:p>
          <a:endParaRPr lang="en-US"/>
        </a:p>
      </dgm:t>
    </dgm:pt>
    <dgm:pt modelId="{F91E5820-AB7A-4558-98C4-DDDA2753E4D0}">
      <dgm:prSet/>
      <dgm:spPr/>
      <dgm:t>
        <a:bodyPr/>
        <a:lstStyle/>
        <a:p>
          <a:r>
            <a:rPr lang="en-US"/>
            <a:t>Together, these ensure security, reliability, and regulatory compliance.</a:t>
          </a:r>
        </a:p>
      </dgm:t>
    </dgm:pt>
    <dgm:pt modelId="{CEB460DF-CB93-4F0B-9870-94245D24BCCD}" type="parTrans" cxnId="{F7F305F7-51CE-4143-91D8-7A5A3B5514EA}">
      <dgm:prSet/>
      <dgm:spPr/>
      <dgm:t>
        <a:bodyPr/>
        <a:lstStyle/>
        <a:p>
          <a:endParaRPr lang="en-US"/>
        </a:p>
      </dgm:t>
    </dgm:pt>
    <dgm:pt modelId="{244FF15B-1D5B-4A38-9DD0-3D43AB2EAB1D}" type="sibTrans" cxnId="{F7F305F7-51CE-4143-91D8-7A5A3B5514EA}">
      <dgm:prSet/>
      <dgm:spPr/>
      <dgm:t>
        <a:bodyPr/>
        <a:lstStyle/>
        <a:p>
          <a:endParaRPr lang="en-US"/>
        </a:p>
      </dgm:t>
    </dgm:pt>
    <dgm:pt modelId="{FCDDCBFF-AC5B-4CEE-A5E3-2878C6B88775}" type="pres">
      <dgm:prSet presAssocID="{118CA00C-B0E0-4B07-A3EB-4DF83E956273}" presName="vert0" presStyleCnt="0">
        <dgm:presLayoutVars>
          <dgm:dir/>
          <dgm:animOne val="branch"/>
          <dgm:animLvl val="lvl"/>
        </dgm:presLayoutVars>
      </dgm:prSet>
      <dgm:spPr/>
    </dgm:pt>
    <dgm:pt modelId="{A411B8B4-B79E-4C54-9531-A5D24F6472EF}" type="pres">
      <dgm:prSet presAssocID="{AA7435FB-7821-47A5-B5E4-97BF480B6F52}" presName="thickLine" presStyleLbl="alignNode1" presStyleIdx="0" presStyleCnt="5"/>
      <dgm:spPr/>
    </dgm:pt>
    <dgm:pt modelId="{D4AC8F18-FBD5-40AA-8707-2BC430563760}" type="pres">
      <dgm:prSet presAssocID="{AA7435FB-7821-47A5-B5E4-97BF480B6F52}" presName="horz1" presStyleCnt="0"/>
      <dgm:spPr/>
    </dgm:pt>
    <dgm:pt modelId="{A61A8C53-3898-4BEC-AEA0-0590B9E1F8B7}" type="pres">
      <dgm:prSet presAssocID="{AA7435FB-7821-47A5-B5E4-97BF480B6F52}" presName="tx1" presStyleLbl="revTx" presStyleIdx="0" presStyleCnt="5"/>
      <dgm:spPr/>
    </dgm:pt>
    <dgm:pt modelId="{F097B5F8-9B7E-47B6-B899-3D4C8355B6FD}" type="pres">
      <dgm:prSet presAssocID="{AA7435FB-7821-47A5-B5E4-97BF480B6F52}" presName="vert1" presStyleCnt="0"/>
      <dgm:spPr/>
    </dgm:pt>
    <dgm:pt modelId="{1112C61A-A68A-4114-93C8-BD40F1B82873}" type="pres">
      <dgm:prSet presAssocID="{6F4AB889-7403-4DFA-96B3-261ECE638ADC}" presName="thickLine" presStyleLbl="alignNode1" presStyleIdx="1" presStyleCnt="5"/>
      <dgm:spPr/>
    </dgm:pt>
    <dgm:pt modelId="{9718C477-97D7-43F7-B38A-A1EFE91B68C5}" type="pres">
      <dgm:prSet presAssocID="{6F4AB889-7403-4DFA-96B3-261ECE638ADC}" presName="horz1" presStyleCnt="0"/>
      <dgm:spPr/>
    </dgm:pt>
    <dgm:pt modelId="{98816F79-5640-49C4-8559-4DCB52301A80}" type="pres">
      <dgm:prSet presAssocID="{6F4AB889-7403-4DFA-96B3-261ECE638ADC}" presName="tx1" presStyleLbl="revTx" presStyleIdx="1" presStyleCnt="5"/>
      <dgm:spPr/>
    </dgm:pt>
    <dgm:pt modelId="{7DA108F5-5BB3-40E8-B216-32925418D08E}" type="pres">
      <dgm:prSet presAssocID="{6F4AB889-7403-4DFA-96B3-261ECE638ADC}" presName="vert1" presStyleCnt="0"/>
      <dgm:spPr/>
    </dgm:pt>
    <dgm:pt modelId="{66F10704-2DE8-4AFA-8786-F12D6CF3A496}" type="pres">
      <dgm:prSet presAssocID="{455182F6-85BC-40CD-A36F-BEFA099FB390}" presName="thickLine" presStyleLbl="alignNode1" presStyleIdx="2" presStyleCnt="5"/>
      <dgm:spPr/>
    </dgm:pt>
    <dgm:pt modelId="{28480B9D-03F7-4D42-B9CF-FFE8152526E7}" type="pres">
      <dgm:prSet presAssocID="{455182F6-85BC-40CD-A36F-BEFA099FB390}" presName="horz1" presStyleCnt="0"/>
      <dgm:spPr/>
    </dgm:pt>
    <dgm:pt modelId="{9DABF08B-FD45-4C9E-8840-87EF33EC0495}" type="pres">
      <dgm:prSet presAssocID="{455182F6-85BC-40CD-A36F-BEFA099FB390}" presName="tx1" presStyleLbl="revTx" presStyleIdx="2" presStyleCnt="5"/>
      <dgm:spPr/>
    </dgm:pt>
    <dgm:pt modelId="{599C5A53-4C9F-4FFD-9A3C-709F042A824C}" type="pres">
      <dgm:prSet presAssocID="{455182F6-85BC-40CD-A36F-BEFA099FB390}" presName="vert1" presStyleCnt="0"/>
      <dgm:spPr/>
    </dgm:pt>
    <dgm:pt modelId="{9DCC0FA5-167A-432F-8ED2-20CD1902D9C9}" type="pres">
      <dgm:prSet presAssocID="{0406B340-2342-44A3-9966-F9254606CAD8}" presName="thickLine" presStyleLbl="alignNode1" presStyleIdx="3" presStyleCnt="5"/>
      <dgm:spPr/>
    </dgm:pt>
    <dgm:pt modelId="{DDA8134F-F85F-40F0-98CC-6999EDAD1EE1}" type="pres">
      <dgm:prSet presAssocID="{0406B340-2342-44A3-9966-F9254606CAD8}" presName="horz1" presStyleCnt="0"/>
      <dgm:spPr/>
    </dgm:pt>
    <dgm:pt modelId="{09D2B7AE-5E7C-4CFC-BD11-0EEBF2C2489D}" type="pres">
      <dgm:prSet presAssocID="{0406B340-2342-44A3-9966-F9254606CAD8}" presName="tx1" presStyleLbl="revTx" presStyleIdx="3" presStyleCnt="5"/>
      <dgm:spPr/>
    </dgm:pt>
    <dgm:pt modelId="{A1014B1F-AEF6-4B91-86EC-1BBBF2CF45AA}" type="pres">
      <dgm:prSet presAssocID="{0406B340-2342-44A3-9966-F9254606CAD8}" presName="vert1" presStyleCnt="0"/>
      <dgm:spPr/>
    </dgm:pt>
    <dgm:pt modelId="{B2C2482B-1997-40A5-9990-9423964B2683}" type="pres">
      <dgm:prSet presAssocID="{F91E5820-AB7A-4558-98C4-DDDA2753E4D0}" presName="thickLine" presStyleLbl="alignNode1" presStyleIdx="4" presStyleCnt="5"/>
      <dgm:spPr/>
    </dgm:pt>
    <dgm:pt modelId="{69894F8B-81A1-4072-8B53-F20F907EBC7B}" type="pres">
      <dgm:prSet presAssocID="{F91E5820-AB7A-4558-98C4-DDDA2753E4D0}" presName="horz1" presStyleCnt="0"/>
      <dgm:spPr/>
    </dgm:pt>
    <dgm:pt modelId="{5CE9DCE8-AE27-43A0-A567-8D3F42885E38}" type="pres">
      <dgm:prSet presAssocID="{F91E5820-AB7A-4558-98C4-DDDA2753E4D0}" presName="tx1" presStyleLbl="revTx" presStyleIdx="4" presStyleCnt="5"/>
      <dgm:spPr/>
    </dgm:pt>
    <dgm:pt modelId="{A15AB8D6-5ECB-434E-BD81-84C8C6B86E69}" type="pres">
      <dgm:prSet presAssocID="{F91E5820-AB7A-4558-98C4-DDDA2753E4D0}" presName="vert1" presStyleCnt="0"/>
      <dgm:spPr/>
    </dgm:pt>
  </dgm:ptLst>
  <dgm:cxnLst>
    <dgm:cxn modelId="{E30D8514-EAD3-4BD5-AFB8-7ED7728805A0}" type="presOf" srcId="{F91E5820-AB7A-4558-98C4-DDDA2753E4D0}" destId="{5CE9DCE8-AE27-43A0-A567-8D3F42885E38}" srcOrd="0" destOrd="0" presId="urn:microsoft.com/office/officeart/2008/layout/LinedList"/>
    <dgm:cxn modelId="{EFE51B15-8EE7-47E7-A0BE-6F8AA9346D2D}" type="presOf" srcId="{0406B340-2342-44A3-9966-F9254606CAD8}" destId="{09D2B7AE-5E7C-4CFC-BD11-0EEBF2C2489D}" srcOrd="0" destOrd="0" presId="urn:microsoft.com/office/officeart/2008/layout/LinedList"/>
    <dgm:cxn modelId="{21658C2C-1653-403A-8D71-419209A0512D}" srcId="{118CA00C-B0E0-4B07-A3EB-4DF83E956273}" destId="{455182F6-85BC-40CD-A36F-BEFA099FB390}" srcOrd="2" destOrd="0" parTransId="{EC176144-E8E7-4018-965C-BDEE7F94E90E}" sibTransId="{B9788E70-8C32-4838-A5CF-F1A12A9FD981}"/>
    <dgm:cxn modelId="{D8376C37-3DF4-49D9-8E49-1C2FFA4E21B9}" type="presOf" srcId="{118CA00C-B0E0-4B07-A3EB-4DF83E956273}" destId="{FCDDCBFF-AC5B-4CEE-A5E3-2878C6B88775}" srcOrd="0" destOrd="0" presId="urn:microsoft.com/office/officeart/2008/layout/LinedList"/>
    <dgm:cxn modelId="{CAC3AA43-30EF-4BBC-AE30-80E55B87587D}" type="presOf" srcId="{455182F6-85BC-40CD-A36F-BEFA099FB390}" destId="{9DABF08B-FD45-4C9E-8840-87EF33EC0495}" srcOrd="0" destOrd="0" presId="urn:microsoft.com/office/officeart/2008/layout/LinedList"/>
    <dgm:cxn modelId="{07486B4A-82B8-4CEB-8C40-ED67DBACF6E3}" srcId="{118CA00C-B0E0-4B07-A3EB-4DF83E956273}" destId="{6F4AB889-7403-4DFA-96B3-261ECE638ADC}" srcOrd="1" destOrd="0" parTransId="{144DC8D5-D374-49A2-AF5B-E9893601E79B}" sibTransId="{2FCFD568-24FD-40CF-AB87-08B2B065912D}"/>
    <dgm:cxn modelId="{F2AE267B-7637-4144-AD6F-04280B6C155F}" type="presOf" srcId="{6F4AB889-7403-4DFA-96B3-261ECE638ADC}" destId="{98816F79-5640-49C4-8559-4DCB52301A80}" srcOrd="0" destOrd="0" presId="urn:microsoft.com/office/officeart/2008/layout/LinedList"/>
    <dgm:cxn modelId="{76BCDB82-135D-4376-85C7-E3E71506E278}" srcId="{118CA00C-B0E0-4B07-A3EB-4DF83E956273}" destId="{AA7435FB-7821-47A5-B5E4-97BF480B6F52}" srcOrd="0" destOrd="0" parTransId="{7AAA4603-51EA-44AC-9CAD-26027B1D16DB}" sibTransId="{85F1900C-16C6-413B-B706-93E9193D9D8B}"/>
    <dgm:cxn modelId="{F7F305F7-51CE-4143-91D8-7A5A3B5514EA}" srcId="{118CA00C-B0E0-4B07-A3EB-4DF83E956273}" destId="{F91E5820-AB7A-4558-98C4-DDDA2753E4D0}" srcOrd="4" destOrd="0" parTransId="{CEB460DF-CB93-4F0B-9870-94245D24BCCD}" sibTransId="{244FF15B-1D5B-4A38-9DD0-3D43AB2EAB1D}"/>
    <dgm:cxn modelId="{8F36DDFA-38FA-440C-881C-9DAE59743776}" srcId="{118CA00C-B0E0-4B07-A3EB-4DF83E956273}" destId="{0406B340-2342-44A3-9966-F9254606CAD8}" srcOrd="3" destOrd="0" parTransId="{843F92BC-4916-4724-89A7-35B9ACC14904}" sibTransId="{8AF6CC65-041A-4B63-91AC-D20D02E6B8B6}"/>
    <dgm:cxn modelId="{C038A5FF-BDE4-4FB4-8BD1-5A782A360B1E}" type="presOf" srcId="{AA7435FB-7821-47A5-B5E4-97BF480B6F52}" destId="{A61A8C53-3898-4BEC-AEA0-0590B9E1F8B7}" srcOrd="0" destOrd="0" presId="urn:microsoft.com/office/officeart/2008/layout/LinedList"/>
    <dgm:cxn modelId="{F1C91F01-7377-486F-A16F-7731839B35C4}" type="presParOf" srcId="{FCDDCBFF-AC5B-4CEE-A5E3-2878C6B88775}" destId="{A411B8B4-B79E-4C54-9531-A5D24F6472EF}" srcOrd="0" destOrd="0" presId="urn:microsoft.com/office/officeart/2008/layout/LinedList"/>
    <dgm:cxn modelId="{47AFF8B0-0DD1-4860-884C-FA53AC613BB3}" type="presParOf" srcId="{FCDDCBFF-AC5B-4CEE-A5E3-2878C6B88775}" destId="{D4AC8F18-FBD5-40AA-8707-2BC430563760}" srcOrd="1" destOrd="0" presId="urn:microsoft.com/office/officeart/2008/layout/LinedList"/>
    <dgm:cxn modelId="{3CD6EB54-1213-4034-9FAA-5867AF3B7DC7}" type="presParOf" srcId="{D4AC8F18-FBD5-40AA-8707-2BC430563760}" destId="{A61A8C53-3898-4BEC-AEA0-0590B9E1F8B7}" srcOrd="0" destOrd="0" presId="urn:microsoft.com/office/officeart/2008/layout/LinedList"/>
    <dgm:cxn modelId="{1CD464CA-7F8A-4C02-8125-5CBCAA38A055}" type="presParOf" srcId="{D4AC8F18-FBD5-40AA-8707-2BC430563760}" destId="{F097B5F8-9B7E-47B6-B899-3D4C8355B6FD}" srcOrd="1" destOrd="0" presId="urn:microsoft.com/office/officeart/2008/layout/LinedList"/>
    <dgm:cxn modelId="{429AE435-33B1-4E7A-81A6-9EC17FDA3786}" type="presParOf" srcId="{FCDDCBFF-AC5B-4CEE-A5E3-2878C6B88775}" destId="{1112C61A-A68A-4114-93C8-BD40F1B82873}" srcOrd="2" destOrd="0" presId="urn:microsoft.com/office/officeart/2008/layout/LinedList"/>
    <dgm:cxn modelId="{A91659DA-BE53-4533-B691-6526A5C7D5D7}" type="presParOf" srcId="{FCDDCBFF-AC5B-4CEE-A5E3-2878C6B88775}" destId="{9718C477-97D7-43F7-B38A-A1EFE91B68C5}" srcOrd="3" destOrd="0" presId="urn:microsoft.com/office/officeart/2008/layout/LinedList"/>
    <dgm:cxn modelId="{0EA6BED2-3A61-4B67-9388-C84AADD0E487}" type="presParOf" srcId="{9718C477-97D7-43F7-B38A-A1EFE91B68C5}" destId="{98816F79-5640-49C4-8559-4DCB52301A80}" srcOrd="0" destOrd="0" presId="urn:microsoft.com/office/officeart/2008/layout/LinedList"/>
    <dgm:cxn modelId="{7F149CA2-0B87-4FA4-8779-D27091D98297}" type="presParOf" srcId="{9718C477-97D7-43F7-B38A-A1EFE91B68C5}" destId="{7DA108F5-5BB3-40E8-B216-32925418D08E}" srcOrd="1" destOrd="0" presId="urn:microsoft.com/office/officeart/2008/layout/LinedList"/>
    <dgm:cxn modelId="{2A86FE46-A816-43F3-8C61-24F183682058}" type="presParOf" srcId="{FCDDCBFF-AC5B-4CEE-A5E3-2878C6B88775}" destId="{66F10704-2DE8-4AFA-8786-F12D6CF3A496}" srcOrd="4" destOrd="0" presId="urn:microsoft.com/office/officeart/2008/layout/LinedList"/>
    <dgm:cxn modelId="{80B106EF-EF65-48F1-80BD-62797CAC94D2}" type="presParOf" srcId="{FCDDCBFF-AC5B-4CEE-A5E3-2878C6B88775}" destId="{28480B9D-03F7-4D42-B9CF-FFE8152526E7}" srcOrd="5" destOrd="0" presId="urn:microsoft.com/office/officeart/2008/layout/LinedList"/>
    <dgm:cxn modelId="{7988B0CA-06B5-4DB6-8E45-C75587FB3955}" type="presParOf" srcId="{28480B9D-03F7-4D42-B9CF-FFE8152526E7}" destId="{9DABF08B-FD45-4C9E-8840-87EF33EC0495}" srcOrd="0" destOrd="0" presId="urn:microsoft.com/office/officeart/2008/layout/LinedList"/>
    <dgm:cxn modelId="{2247821E-0C16-4FCA-970F-31C7D803FFD7}" type="presParOf" srcId="{28480B9D-03F7-4D42-B9CF-FFE8152526E7}" destId="{599C5A53-4C9F-4FFD-9A3C-709F042A824C}" srcOrd="1" destOrd="0" presId="urn:microsoft.com/office/officeart/2008/layout/LinedList"/>
    <dgm:cxn modelId="{70E754F3-8AB6-4299-8A44-FEE548BD6F85}" type="presParOf" srcId="{FCDDCBFF-AC5B-4CEE-A5E3-2878C6B88775}" destId="{9DCC0FA5-167A-432F-8ED2-20CD1902D9C9}" srcOrd="6" destOrd="0" presId="urn:microsoft.com/office/officeart/2008/layout/LinedList"/>
    <dgm:cxn modelId="{979F0F58-55BF-4EEE-A25E-69693838966F}" type="presParOf" srcId="{FCDDCBFF-AC5B-4CEE-A5E3-2878C6B88775}" destId="{DDA8134F-F85F-40F0-98CC-6999EDAD1EE1}" srcOrd="7" destOrd="0" presId="urn:microsoft.com/office/officeart/2008/layout/LinedList"/>
    <dgm:cxn modelId="{D6731FE2-C3B3-4AB9-ADB0-222FD89667C2}" type="presParOf" srcId="{DDA8134F-F85F-40F0-98CC-6999EDAD1EE1}" destId="{09D2B7AE-5E7C-4CFC-BD11-0EEBF2C2489D}" srcOrd="0" destOrd="0" presId="urn:microsoft.com/office/officeart/2008/layout/LinedList"/>
    <dgm:cxn modelId="{80058C0A-5565-42B9-B285-461C517E8E14}" type="presParOf" srcId="{DDA8134F-F85F-40F0-98CC-6999EDAD1EE1}" destId="{A1014B1F-AEF6-4B91-86EC-1BBBF2CF45AA}" srcOrd="1" destOrd="0" presId="urn:microsoft.com/office/officeart/2008/layout/LinedList"/>
    <dgm:cxn modelId="{98345E87-89D5-4AA5-A097-40961513DDA4}" type="presParOf" srcId="{FCDDCBFF-AC5B-4CEE-A5E3-2878C6B88775}" destId="{B2C2482B-1997-40A5-9990-9423964B2683}" srcOrd="8" destOrd="0" presId="urn:microsoft.com/office/officeart/2008/layout/LinedList"/>
    <dgm:cxn modelId="{F0D46FF6-7F5D-43F0-BC71-61AC2AC5B661}" type="presParOf" srcId="{FCDDCBFF-AC5B-4CEE-A5E3-2878C6B88775}" destId="{69894F8B-81A1-4072-8B53-F20F907EBC7B}" srcOrd="9" destOrd="0" presId="urn:microsoft.com/office/officeart/2008/layout/LinedList"/>
    <dgm:cxn modelId="{62BFCD8C-7BEA-48AB-AE49-0F4743D2FC35}" type="presParOf" srcId="{69894F8B-81A1-4072-8B53-F20F907EBC7B}" destId="{5CE9DCE8-AE27-43A0-A567-8D3F42885E38}" srcOrd="0" destOrd="0" presId="urn:microsoft.com/office/officeart/2008/layout/LinedList"/>
    <dgm:cxn modelId="{CE73F905-A99A-4DA9-A457-8E86E003DFE9}" type="presParOf" srcId="{69894F8B-81A1-4072-8B53-F20F907EBC7B}" destId="{A15AB8D6-5ECB-434E-BD81-84C8C6B86E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FC2B2-82E9-4F15-B7DD-08E37DB88016}">
      <dsp:nvSpPr>
        <dsp:cNvPr id="0" name=""/>
        <dsp:cNvSpPr/>
      </dsp:nvSpPr>
      <dsp:spPr>
        <a:xfrm>
          <a:off x="0" y="2101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85603B-C11B-481A-905F-ADB065D758E9}">
      <dsp:nvSpPr>
        <dsp:cNvPr id="0" name=""/>
        <dsp:cNvSpPr/>
      </dsp:nvSpPr>
      <dsp:spPr>
        <a:xfrm>
          <a:off x="0" y="2101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Vehicle Security Operations Center (VSOC) is a cloud-based platform designed to protect fleets of connected and autonomous vehicles from cyber threats.</a:t>
          </a:r>
        </a:p>
      </dsp:txBody>
      <dsp:txXfrm>
        <a:off x="0" y="2101"/>
        <a:ext cx="5036058" cy="1433087"/>
      </dsp:txXfrm>
    </dsp:sp>
    <dsp:sp modelId="{2ED6515F-A834-42D7-8302-D939D78B9656}">
      <dsp:nvSpPr>
        <dsp:cNvPr id="0" name=""/>
        <dsp:cNvSpPr/>
      </dsp:nvSpPr>
      <dsp:spPr>
        <a:xfrm>
          <a:off x="0" y="1435188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540CA3-176F-44BD-92C6-DD4446B21D64}">
      <dsp:nvSpPr>
        <dsp:cNvPr id="0" name=""/>
        <dsp:cNvSpPr/>
      </dsp:nvSpPr>
      <dsp:spPr>
        <a:xfrm>
          <a:off x="0" y="1435188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serves multiple stakeholders: Security Analysts, Data Engineers/DevOps Engineers, and Compliance Officers.</a:t>
          </a:r>
        </a:p>
      </dsp:txBody>
      <dsp:txXfrm>
        <a:off x="0" y="1435188"/>
        <a:ext cx="5036058" cy="1433087"/>
      </dsp:txXfrm>
    </dsp:sp>
    <dsp:sp modelId="{BB6A3E91-B57B-4118-969B-2104EBA7B27D}">
      <dsp:nvSpPr>
        <dsp:cNvPr id="0" name=""/>
        <dsp:cNvSpPr/>
      </dsp:nvSpPr>
      <dsp:spPr>
        <a:xfrm>
          <a:off x="0" y="2868276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11CD82-4545-4CA2-8853-B7CC028BC284}">
      <dsp:nvSpPr>
        <dsp:cNvPr id="0" name=""/>
        <dsp:cNvSpPr/>
      </dsp:nvSpPr>
      <dsp:spPr>
        <a:xfrm>
          <a:off x="0" y="2868276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 stories highlight each stakeholder's needs, benefits, and success criteria.</a:t>
          </a:r>
        </a:p>
      </dsp:txBody>
      <dsp:txXfrm>
        <a:off x="0" y="2868276"/>
        <a:ext cx="5036058" cy="1433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5C777-69A6-4BA3-8E9F-8E53F28F43EE}">
      <dsp:nvSpPr>
        <dsp:cNvPr id="0" name=""/>
        <dsp:cNvSpPr/>
      </dsp:nvSpPr>
      <dsp:spPr>
        <a:xfrm>
          <a:off x="1722569" y="479574"/>
          <a:ext cx="3653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538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5363" y="523312"/>
        <a:ext cx="19799" cy="3963"/>
      </dsp:txXfrm>
    </dsp:sp>
    <dsp:sp modelId="{7AC818C6-2618-441F-A48C-5B3D11947795}">
      <dsp:nvSpPr>
        <dsp:cNvPr id="0" name=""/>
        <dsp:cNvSpPr/>
      </dsp:nvSpPr>
      <dsp:spPr>
        <a:xfrm>
          <a:off x="2683" y="8788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 a security analyst, I want a live dashboard showing real-time threat alerts so that I can quickly identify cybersecurity incidents.</a:t>
          </a:r>
        </a:p>
      </dsp:txBody>
      <dsp:txXfrm>
        <a:off x="2683" y="8788"/>
        <a:ext cx="1721685" cy="1033011"/>
      </dsp:txXfrm>
    </dsp:sp>
    <dsp:sp modelId="{99A03B77-9B13-4BB7-99A5-7F5721FEBC2F}">
      <dsp:nvSpPr>
        <dsp:cNvPr id="0" name=""/>
        <dsp:cNvSpPr/>
      </dsp:nvSpPr>
      <dsp:spPr>
        <a:xfrm>
          <a:off x="863526" y="1040000"/>
          <a:ext cx="2117673" cy="365387"/>
        </a:xfrm>
        <a:custGeom>
          <a:avLst/>
          <a:gdLst/>
          <a:ahLst/>
          <a:cxnLst/>
          <a:rect l="0" t="0" r="0" b="0"/>
          <a:pathLst>
            <a:path>
              <a:moveTo>
                <a:pt x="2117673" y="0"/>
              </a:moveTo>
              <a:lnTo>
                <a:pt x="2117673" y="199793"/>
              </a:lnTo>
              <a:lnTo>
                <a:pt x="0" y="199793"/>
              </a:lnTo>
              <a:lnTo>
                <a:pt x="0" y="36538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8504" y="1220712"/>
        <a:ext cx="107718" cy="3963"/>
      </dsp:txXfrm>
    </dsp:sp>
    <dsp:sp modelId="{2F8528A1-C2A1-4BED-8761-B58813D5D47D}">
      <dsp:nvSpPr>
        <dsp:cNvPr id="0" name=""/>
        <dsp:cNvSpPr/>
      </dsp:nvSpPr>
      <dsp:spPr>
        <a:xfrm>
          <a:off x="2120357" y="8788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Acceptance Criteria:</a:t>
          </a:r>
        </a:p>
      </dsp:txBody>
      <dsp:txXfrm>
        <a:off x="2120357" y="8788"/>
        <a:ext cx="1721685" cy="1033011"/>
      </dsp:txXfrm>
    </dsp:sp>
    <dsp:sp modelId="{58300331-927E-4D50-A255-E4187297366F}">
      <dsp:nvSpPr>
        <dsp:cNvPr id="0" name=""/>
        <dsp:cNvSpPr/>
      </dsp:nvSpPr>
      <dsp:spPr>
        <a:xfrm>
          <a:off x="1722569" y="1908574"/>
          <a:ext cx="3653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538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5363" y="1952312"/>
        <a:ext cx="19799" cy="3963"/>
      </dsp:txXfrm>
    </dsp:sp>
    <dsp:sp modelId="{C7A2516A-533F-4FA1-9FCB-E5864CF2B21C}">
      <dsp:nvSpPr>
        <dsp:cNvPr id="0" name=""/>
        <dsp:cNvSpPr/>
      </dsp:nvSpPr>
      <dsp:spPr>
        <a:xfrm>
          <a:off x="2683" y="1437788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Given VSOC is connected to vehicle data streams</a:t>
          </a:r>
        </a:p>
      </dsp:txBody>
      <dsp:txXfrm>
        <a:off x="2683" y="1437788"/>
        <a:ext cx="1721685" cy="1033011"/>
      </dsp:txXfrm>
    </dsp:sp>
    <dsp:sp modelId="{5DCF0E83-4FD7-49AE-94CE-775E950BDD26}">
      <dsp:nvSpPr>
        <dsp:cNvPr id="0" name=""/>
        <dsp:cNvSpPr/>
      </dsp:nvSpPr>
      <dsp:spPr>
        <a:xfrm>
          <a:off x="863526" y="2468999"/>
          <a:ext cx="2117673" cy="365387"/>
        </a:xfrm>
        <a:custGeom>
          <a:avLst/>
          <a:gdLst/>
          <a:ahLst/>
          <a:cxnLst/>
          <a:rect l="0" t="0" r="0" b="0"/>
          <a:pathLst>
            <a:path>
              <a:moveTo>
                <a:pt x="2117673" y="0"/>
              </a:moveTo>
              <a:lnTo>
                <a:pt x="2117673" y="199793"/>
              </a:lnTo>
              <a:lnTo>
                <a:pt x="0" y="199793"/>
              </a:lnTo>
              <a:lnTo>
                <a:pt x="0" y="36538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8504" y="2649711"/>
        <a:ext cx="107718" cy="3963"/>
      </dsp:txXfrm>
    </dsp:sp>
    <dsp:sp modelId="{CCAB7AA3-54CD-451A-A363-A0059B634CA9}">
      <dsp:nvSpPr>
        <dsp:cNvPr id="0" name=""/>
        <dsp:cNvSpPr/>
      </dsp:nvSpPr>
      <dsp:spPr>
        <a:xfrm>
          <a:off x="2120357" y="1437788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When a security threat is detected</a:t>
          </a:r>
        </a:p>
      </dsp:txBody>
      <dsp:txXfrm>
        <a:off x="2120357" y="1437788"/>
        <a:ext cx="1721685" cy="1033011"/>
      </dsp:txXfrm>
    </dsp:sp>
    <dsp:sp modelId="{C05FE7CF-A295-4813-81D1-C1EB69EFAB2D}">
      <dsp:nvSpPr>
        <dsp:cNvPr id="0" name=""/>
        <dsp:cNvSpPr/>
      </dsp:nvSpPr>
      <dsp:spPr>
        <a:xfrm>
          <a:off x="1722569" y="3337573"/>
          <a:ext cx="3653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538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5363" y="3381311"/>
        <a:ext cx="19799" cy="3963"/>
      </dsp:txXfrm>
    </dsp:sp>
    <dsp:sp modelId="{71265DF0-AD02-4C00-86B3-830B83AC72AE}">
      <dsp:nvSpPr>
        <dsp:cNvPr id="0" name=""/>
        <dsp:cNvSpPr/>
      </dsp:nvSpPr>
      <dsp:spPr>
        <a:xfrm>
          <a:off x="2683" y="2866787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Then an alert is displayed on the dashboard with action options</a:t>
          </a:r>
        </a:p>
      </dsp:txBody>
      <dsp:txXfrm>
        <a:off x="2683" y="2866787"/>
        <a:ext cx="1721685" cy="1033011"/>
      </dsp:txXfrm>
    </dsp:sp>
    <dsp:sp modelId="{1C0BDC89-7DB6-4AE7-8336-F8EDCFB43464}">
      <dsp:nvSpPr>
        <dsp:cNvPr id="0" name=""/>
        <dsp:cNvSpPr/>
      </dsp:nvSpPr>
      <dsp:spPr>
        <a:xfrm>
          <a:off x="2120357" y="2866787"/>
          <a:ext cx="1721685" cy="1033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364" tIns="88555" rIns="84364" bIns="88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INVEST: Independent, Negotiable, Valuable, Estimable, Small, Testable</a:t>
          </a:r>
        </a:p>
      </dsp:txBody>
      <dsp:txXfrm>
        <a:off x="2120357" y="2866787"/>
        <a:ext cx="1721685" cy="1033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0A81A-2546-49B0-9ADF-BAD24CE3EA1C}">
      <dsp:nvSpPr>
        <dsp:cNvPr id="0" name=""/>
        <dsp:cNvSpPr/>
      </dsp:nvSpPr>
      <dsp:spPr>
        <a:xfrm>
          <a:off x="0" y="111801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data engineer, I want automated, secure data pipelines for vehicle data to ensure efficiency, reliability, and compliance.</a:t>
          </a:r>
        </a:p>
      </dsp:txBody>
      <dsp:txXfrm>
        <a:off x="33012" y="144813"/>
        <a:ext cx="8163576" cy="610236"/>
      </dsp:txXfrm>
    </dsp:sp>
    <dsp:sp modelId="{8A2C2ADA-7D49-4159-AD7C-FDE8F3B5639D}">
      <dsp:nvSpPr>
        <dsp:cNvPr id="0" name=""/>
        <dsp:cNvSpPr/>
      </dsp:nvSpPr>
      <dsp:spPr>
        <a:xfrm>
          <a:off x="0" y="846257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Acceptance Criteria:</a:t>
          </a:r>
        </a:p>
      </dsp:txBody>
      <dsp:txXfrm>
        <a:off x="33012" y="879269"/>
        <a:ext cx="8163576" cy="610236"/>
      </dsp:txXfrm>
    </dsp:sp>
    <dsp:sp modelId="{23B2B434-84B1-49A5-BB69-C8ADFCC759F9}">
      <dsp:nvSpPr>
        <dsp:cNvPr id="0" name=""/>
        <dsp:cNvSpPr/>
      </dsp:nvSpPr>
      <dsp:spPr>
        <a:xfrm>
          <a:off x="0" y="1562241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Given vehicle telemetry data is transmitted</a:t>
          </a:r>
        </a:p>
      </dsp:txBody>
      <dsp:txXfrm>
        <a:off x="33012" y="1595253"/>
        <a:ext cx="8163576" cy="610236"/>
      </dsp:txXfrm>
    </dsp:sp>
    <dsp:sp modelId="{6665399D-886C-41B1-AD04-611292DDA6D4}">
      <dsp:nvSpPr>
        <dsp:cNvPr id="0" name=""/>
        <dsp:cNvSpPr/>
      </dsp:nvSpPr>
      <dsp:spPr>
        <a:xfrm>
          <a:off x="0" y="2287461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When it enters the processing pipeline</a:t>
          </a:r>
        </a:p>
      </dsp:txBody>
      <dsp:txXfrm>
        <a:off x="33012" y="2320473"/>
        <a:ext cx="8163576" cy="610236"/>
      </dsp:txXfrm>
    </dsp:sp>
    <dsp:sp modelId="{17A04306-18E7-429C-A52A-C1BAEA6FD376}">
      <dsp:nvSpPr>
        <dsp:cNvPr id="0" name=""/>
        <dsp:cNvSpPr/>
      </dsp:nvSpPr>
      <dsp:spPr>
        <a:xfrm>
          <a:off x="0" y="3012681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Then it is securely ingested, processed, and available for analytics</a:t>
          </a:r>
        </a:p>
      </dsp:txBody>
      <dsp:txXfrm>
        <a:off x="33012" y="3045693"/>
        <a:ext cx="8163576" cy="610236"/>
      </dsp:txXfrm>
    </dsp:sp>
    <dsp:sp modelId="{DD3A72A2-5BE3-4968-B239-F5E4825D6F34}">
      <dsp:nvSpPr>
        <dsp:cNvPr id="0" name=""/>
        <dsp:cNvSpPr/>
      </dsp:nvSpPr>
      <dsp:spPr>
        <a:xfrm>
          <a:off x="0" y="3737901"/>
          <a:ext cx="8229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INVEST: Independent, Negotiable, Valuable, Estimable, Small, Testable</a:t>
          </a:r>
        </a:p>
      </dsp:txBody>
      <dsp:txXfrm>
        <a:off x="33012" y="3770913"/>
        <a:ext cx="8163576" cy="610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16CA8-3E1C-4B42-9AF7-A0F1B0BFA3EF}">
      <dsp:nvSpPr>
        <dsp:cNvPr id="0" name=""/>
        <dsp:cNvSpPr/>
      </dsp:nvSpPr>
      <dsp:spPr>
        <a:xfrm>
          <a:off x="0" y="36506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D0697-42D4-4D90-8E8D-84AA7D4DF91F}">
      <dsp:nvSpPr>
        <dsp:cNvPr id="0" name=""/>
        <dsp:cNvSpPr/>
      </dsp:nvSpPr>
      <dsp:spPr>
        <a:xfrm>
          <a:off x="411480" y="12890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Independent</a:t>
          </a:r>
        </a:p>
      </dsp:txBody>
      <dsp:txXfrm>
        <a:off x="434537" y="151958"/>
        <a:ext cx="5714606" cy="426206"/>
      </dsp:txXfrm>
    </dsp:sp>
    <dsp:sp modelId="{C875710E-AFD8-4FCE-8DB6-E1C698C64161}">
      <dsp:nvSpPr>
        <dsp:cNvPr id="0" name=""/>
        <dsp:cNvSpPr/>
      </dsp:nvSpPr>
      <dsp:spPr>
        <a:xfrm>
          <a:off x="0" y="109082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48C56-DBCB-403F-B8F0-2E008CB5322F}">
      <dsp:nvSpPr>
        <dsp:cNvPr id="0" name=""/>
        <dsp:cNvSpPr/>
      </dsp:nvSpPr>
      <dsp:spPr>
        <a:xfrm>
          <a:off x="411480" y="85466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Negotiable</a:t>
          </a:r>
        </a:p>
      </dsp:txBody>
      <dsp:txXfrm>
        <a:off x="434537" y="877718"/>
        <a:ext cx="5714606" cy="426206"/>
      </dsp:txXfrm>
    </dsp:sp>
    <dsp:sp modelId="{D15B23F3-43F9-4CA7-BCEA-CCA2AA4E976D}">
      <dsp:nvSpPr>
        <dsp:cNvPr id="0" name=""/>
        <dsp:cNvSpPr/>
      </dsp:nvSpPr>
      <dsp:spPr>
        <a:xfrm>
          <a:off x="0" y="181658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88AFC-071B-4083-AFD4-D6B918285563}">
      <dsp:nvSpPr>
        <dsp:cNvPr id="0" name=""/>
        <dsp:cNvSpPr/>
      </dsp:nvSpPr>
      <dsp:spPr>
        <a:xfrm>
          <a:off x="411480" y="158042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Valuable</a:t>
          </a:r>
        </a:p>
      </dsp:txBody>
      <dsp:txXfrm>
        <a:off x="434537" y="1603478"/>
        <a:ext cx="5714606" cy="426206"/>
      </dsp:txXfrm>
    </dsp:sp>
    <dsp:sp modelId="{B837B1FA-B5B5-4BB5-A888-30360EE15F45}">
      <dsp:nvSpPr>
        <dsp:cNvPr id="0" name=""/>
        <dsp:cNvSpPr/>
      </dsp:nvSpPr>
      <dsp:spPr>
        <a:xfrm>
          <a:off x="0" y="254234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E10BB7-CA2C-4390-8B0F-618CC0422047}">
      <dsp:nvSpPr>
        <dsp:cNvPr id="0" name=""/>
        <dsp:cNvSpPr/>
      </dsp:nvSpPr>
      <dsp:spPr>
        <a:xfrm>
          <a:off x="411480" y="230618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Estimable </a:t>
          </a:r>
        </a:p>
      </dsp:txBody>
      <dsp:txXfrm>
        <a:off x="434537" y="2329238"/>
        <a:ext cx="5714606" cy="426206"/>
      </dsp:txXfrm>
    </dsp:sp>
    <dsp:sp modelId="{953E9528-2A86-4A80-B54C-DD248C8B6623}">
      <dsp:nvSpPr>
        <dsp:cNvPr id="0" name=""/>
        <dsp:cNvSpPr/>
      </dsp:nvSpPr>
      <dsp:spPr>
        <a:xfrm>
          <a:off x="0" y="326810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F66FE-42C5-44DB-88F2-DC141A4D119D}">
      <dsp:nvSpPr>
        <dsp:cNvPr id="0" name=""/>
        <dsp:cNvSpPr/>
      </dsp:nvSpPr>
      <dsp:spPr>
        <a:xfrm>
          <a:off x="411480" y="303194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Small</a:t>
          </a:r>
        </a:p>
      </dsp:txBody>
      <dsp:txXfrm>
        <a:off x="434537" y="3054998"/>
        <a:ext cx="5714606" cy="426206"/>
      </dsp:txXfrm>
    </dsp:sp>
    <dsp:sp modelId="{29682B4A-708D-4ADD-A313-6027A510D780}">
      <dsp:nvSpPr>
        <dsp:cNvPr id="0" name=""/>
        <dsp:cNvSpPr/>
      </dsp:nvSpPr>
      <dsp:spPr>
        <a:xfrm>
          <a:off x="0" y="3993861"/>
          <a:ext cx="8229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0DEAD-9AE1-4D8A-B902-8DC72A07E57F}">
      <dsp:nvSpPr>
        <dsp:cNvPr id="0" name=""/>
        <dsp:cNvSpPr/>
      </dsp:nvSpPr>
      <dsp:spPr>
        <a:xfrm>
          <a:off x="411480" y="3757701"/>
          <a:ext cx="57607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Testable</a:t>
          </a:r>
        </a:p>
      </dsp:txBody>
      <dsp:txXfrm>
        <a:off x="434537" y="3780758"/>
        <a:ext cx="5714606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F47FD-136A-4D9E-A6C0-A203845A1617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27872-0251-4C2F-81CF-E46E6388DB67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7CB91-4C38-46DA-9658-47CD2CD05AD1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Tool Used:</a:t>
          </a:r>
          <a:r>
            <a:rPr lang="en-US" sz="1400" kern="1200"/>
            <a:t> ChatGPT (GPT-5 mini) helped draft and refine user stories.</a:t>
          </a:r>
        </a:p>
      </dsp:txBody>
      <dsp:txXfrm>
        <a:off x="1612357" y="28723"/>
        <a:ext cx="2301898" cy="976563"/>
      </dsp:txXfrm>
    </dsp:sp>
    <dsp:sp modelId="{C835BEAF-3CC6-4D0F-A184-5666FAA1142B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2AB93-5EE5-45FF-9060-817220088D13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D3CC9-F5AD-4DA5-9654-AF89FA484AFC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Prompts Provided:</a:t>
          </a:r>
          <a:r>
            <a:rPr lang="en-US" sz="1400" kern="1200"/>
            <a:t> Requests for creating and professionally rephrasing user stories.</a:t>
          </a:r>
        </a:p>
      </dsp:txBody>
      <dsp:txXfrm>
        <a:off x="5501170" y="28723"/>
        <a:ext cx="2301898" cy="976563"/>
      </dsp:txXfrm>
    </dsp:sp>
    <dsp:sp modelId="{E9BB91F8-22B2-479E-BFDF-E2533F38F5D5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D453B-DBDD-4EDA-B8C6-6D82D9886547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CCC2F-31D4-497D-BED1-5DF2CC94269C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Responsible Use:</a:t>
          </a:r>
          <a:r>
            <a:rPr lang="en-US" sz="1400" kern="1200"/>
            <a:t> All content reviewed and edited by the author for accuracy, coherence, and professional presentation.</a:t>
          </a:r>
        </a:p>
      </dsp:txBody>
      <dsp:txXfrm>
        <a:off x="1612357" y="1774700"/>
        <a:ext cx="2301898" cy="976563"/>
      </dsp:txXfrm>
    </dsp:sp>
    <dsp:sp modelId="{74D07F7A-8AFE-4C2C-8967-C15C3844DD5A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BCCF5-CBC3-4DEB-ACDD-A40E4B3F01A0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2E482-412D-4B68-A1C3-9070013C5D4B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Overall Benefits</a:t>
          </a:r>
          <a:endParaRPr lang="en-US" sz="1400" kern="1200"/>
        </a:p>
      </dsp:txBody>
      <dsp:txXfrm>
        <a:off x="5501170" y="1774700"/>
        <a:ext cx="2301898" cy="976563"/>
      </dsp:txXfrm>
    </dsp:sp>
    <dsp:sp modelId="{2333BDBA-4ED0-4108-B19B-B1FC24ACE590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69B35-147B-4369-9054-B7957B9D9D05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6DC42-6498-4222-8C3B-A22B6F23D86E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Structured approach ensures </a:t>
          </a:r>
          <a:r>
            <a:rPr lang="en-US" sz="1400" b="1" kern="1200"/>
            <a:t>clarity, traceability, and stakeholder alignment</a:t>
          </a:r>
          <a:r>
            <a:rPr lang="en-US" sz="1400" kern="1200"/>
            <a:t>.</a:t>
          </a:r>
        </a:p>
      </dsp:txBody>
      <dsp:txXfrm>
        <a:off x="1612357" y="3520676"/>
        <a:ext cx="2301898" cy="976563"/>
      </dsp:txXfrm>
    </dsp:sp>
    <dsp:sp modelId="{85BB9155-8981-4B20-BE8D-5FB4969ACC8D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A62A2-642E-446A-AF93-3ECB2ECD1EF3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B43B4-2A7B-4872-BB66-0947F1D81DDC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LLMs accelerate drafting while maintaining academic and professional integrity.</a:t>
          </a:r>
        </a:p>
      </dsp:txBody>
      <dsp:txXfrm>
        <a:off x="5501170" y="3520676"/>
        <a:ext cx="2301898" cy="9765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1B8B4-B79E-4C54-9531-A5D24F6472EF}">
      <dsp:nvSpPr>
        <dsp:cNvPr id="0" name=""/>
        <dsp:cNvSpPr/>
      </dsp:nvSpPr>
      <dsp:spPr>
        <a:xfrm>
          <a:off x="0" y="531"/>
          <a:ext cx="404502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1A8C53-3898-4BEC-AEA0-0590B9E1F8B7}">
      <dsp:nvSpPr>
        <dsp:cNvPr id="0" name=""/>
        <dsp:cNvSpPr/>
      </dsp:nvSpPr>
      <dsp:spPr>
        <a:xfrm>
          <a:off x="0" y="531"/>
          <a:ext cx="40450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VSOC platform addresses all stakeholder needs:</a:t>
          </a:r>
        </a:p>
      </dsp:txBody>
      <dsp:txXfrm>
        <a:off x="0" y="531"/>
        <a:ext cx="4045020" cy="870055"/>
      </dsp:txXfrm>
    </dsp:sp>
    <dsp:sp modelId="{1112C61A-A68A-4114-93C8-BD40F1B82873}">
      <dsp:nvSpPr>
        <dsp:cNvPr id="0" name=""/>
        <dsp:cNvSpPr/>
      </dsp:nvSpPr>
      <dsp:spPr>
        <a:xfrm>
          <a:off x="0" y="870586"/>
          <a:ext cx="4045020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816F79-5640-49C4-8559-4DCB52301A80}">
      <dsp:nvSpPr>
        <dsp:cNvPr id="0" name=""/>
        <dsp:cNvSpPr/>
      </dsp:nvSpPr>
      <dsp:spPr>
        <a:xfrm>
          <a:off x="0" y="870586"/>
          <a:ext cx="40450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Real-time threat alerts for Security Analysts</a:t>
          </a:r>
        </a:p>
      </dsp:txBody>
      <dsp:txXfrm>
        <a:off x="0" y="870586"/>
        <a:ext cx="4045020" cy="870055"/>
      </dsp:txXfrm>
    </dsp:sp>
    <dsp:sp modelId="{66F10704-2DE8-4AFA-8786-F12D6CF3A496}">
      <dsp:nvSpPr>
        <dsp:cNvPr id="0" name=""/>
        <dsp:cNvSpPr/>
      </dsp:nvSpPr>
      <dsp:spPr>
        <a:xfrm>
          <a:off x="0" y="1740641"/>
          <a:ext cx="4045020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ABF08B-FD45-4C9E-8840-87EF33EC0495}">
      <dsp:nvSpPr>
        <dsp:cNvPr id="0" name=""/>
        <dsp:cNvSpPr/>
      </dsp:nvSpPr>
      <dsp:spPr>
        <a:xfrm>
          <a:off x="0" y="1740641"/>
          <a:ext cx="40450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Secure data pipelines for Data Engineers</a:t>
          </a:r>
        </a:p>
      </dsp:txBody>
      <dsp:txXfrm>
        <a:off x="0" y="1740641"/>
        <a:ext cx="4045020" cy="870055"/>
      </dsp:txXfrm>
    </dsp:sp>
    <dsp:sp modelId="{9DCC0FA5-167A-432F-8ED2-20CD1902D9C9}">
      <dsp:nvSpPr>
        <dsp:cNvPr id="0" name=""/>
        <dsp:cNvSpPr/>
      </dsp:nvSpPr>
      <dsp:spPr>
        <a:xfrm>
          <a:off x="0" y="2610696"/>
          <a:ext cx="4045020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D2B7AE-5E7C-4CFC-BD11-0EEBF2C2489D}">
      <dsp:nvSpPr>
        <dsp:cNvPr id="0" name=""/>
        <dsp:cNvSpPr/>
      </dsp:nvSpPr>
      <dsp:spPr>
        <a:xfrm>
          <a:off x="0" y="2610696"/>
          <a:ext cx="40450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Compliance reports for Legal teams</a:t>
          </a:r>
        </a:p>
      </dsp:txBody>
      <dsp:txXfrm>
        <a:off x="0" y="2610696"/>
        <a:ext cx="4045020" cy="870055"/>
      </dsp:txXfrm>
    </dsp:sp>
    <dsp:sp modelId="{B2C2482B-1997-40A5-9990-9423964B2683}">
      <dsp:nvSpPr>
        <dsp:cNvPr id="0" name=""/>
        <dsp:cNvSpPr/>
      </dsp:nvSpPr>
      <dsp:spPr>
        <a:xfrm>
          <a:off x="0" y="3480751"/>
          <a:ext cx="404502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E9DCE8-AE27-43A0-A567-8D3F42885E38}">
      <dsp:nvSpPr>
        <dsp:cNvPr id="0" name=""/>
        <dsp:cNvSpPr/>
      </dsp:nvSpPr>
      <dsp:spPr>
        <a:xfrm>
          <a:off x="0" y="3480751"/>
          <a:ext cx="404502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Together, these ensure security, reliability, and regulatory compliance.</a:t>
          </a:r>
        </a:p>
      </dsp:txBody>
      <dsp:txXfrm>
        <a:off x="0" y="3480751"/>
        <a:ext cx="404502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.com/chatg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utdoor warehouse">
            <a:extLst>
              <a:ext uri="{FF2B5EF4-FFF2-40B4-BE49-F238E27FC236}">
                <a16:creationId xmlns:a16="http://schemas.microsoft.com/office/drawing/2014/main" id="{78CC7D2A-2FB5-29A8-E899-BE552D67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" r="11368" b="1"/>
          <a:stretch>
            <a:fillRect/>
          </a:stretch>
        </p:blipFill>
        <p:spPr>
          <a:xfrm>
            <a:off x="-7754" y="27774"/>
            <a:ext cx="9146585" cy="68797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62" y="3964820"/>
            <a:ext cx="5945838" cy="1620665"/>
          </a:xfrm>
        </p:spPr>
        <p:txBody>
          <a:bodyPr>
            <a:normAutofit/>
          </a:bodyPr>
          <a:lstStyle/>
          <a:p>
            <a:pPr algn="l"/>
            <a:r>
              <a:rPr lang="en-US" sz="3500" dirty="0">
                <a:solidFill>
                  <a:srgbClr val="FFFFFF"/>
                </a:solidFill>
              </a:rPr>
              <a:t>Vehicle Security Operations Center (VSOC)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9785" y="4935830"/>
            <a:ext cx="5956785" cy="2296517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2000" b="1" dirty="0">
                <a:solidFill>
                  <a:srgbClr val="FFFFFF"/>
                </a:solidFill>
              </a:rPr>
              <a:t>Submitted By: </a:t>
            </a:r>
            <a:r>
              <a:rPr lang="en-CA" sz="2000" dirty="0">
                <a:solidFill>
                  <a:srgbClr val="FFFFFF"/>
                </a:solidFill>
              </a:rPr>
              <a:t>Harjeet Kaur</a:t>
            </a:r>
          </a:p>
          <a:p>
            <a:pPr algn="l">
              <a:lnSpc>
                <a:spcPct val="90000"/>
              </a:lnSpc>
            </a:pPr>
            <a:r>
              <a:rPr lang="en-CA" sz="2000" b="1" dirty="0">
                <a:solidFill>
                  <a:srgbClr val="FFFFFF"/>
                </a:solidFill>
              </a:rPr>
              <a:t>Course: </a:t>
            </a:r>
            <a:r>
              <a:rPr lang="en-CA" sz="2000" dirty="0">
                <a:solidFill>
                  <a:srgbClr val="FFFFFF"/>
                </a:solidFill>
              </a:rPr>
              <a:t>Project Management Analytics</a:t>
            </a:r>
          </a:p>
          <a:p>
            <a:pPr algn="l">
              <a:lnSpc>
                <a:spcPct val="90000"/>
              </a:lnSpc>
            </a:pPr>
            <a:r>
              <a:rPr lang="en-CA" sz="2000" b="1" dirty="0">
                <a:solidFill>
                  <a:srgbClr val="FFFFFF"/>
                </a:solidFill>
              </a:rPr>
              <a:t>Instructor: </a:t>
            </a:r>
            <a:r>
              <a:rPr lang="en-CA" sz="2000" dirty="0">
                <a:solidFill>
                  <a:srgbClr val="FFFFFF"/>
                </a:solidFill>
              </a:rPr>
              <a:t>Ali El Sharif</a:t>
            </a:r>
          </a:p>
          <a:p>
            <a:pPr algn="l">
              <a:lnSpc>
                <a:spcPct val="90000"/>
              </a:lnSpc>
            </a:pPr>
            <a:r>
              <a:rPr lang="en-CA" sz="2000" b="1" dirty="0">
                <a:solidFill>
                  <a:srgbClr val="FFFFFF"/>
                </a:solidFill>
              </a:rPr>
              <a:t>Date: [Submission Date]</a:t>
            </a:r>
            <a:endParaRPr lang="en-CA" sz="20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2000" b="1" dirty="0">
                <a:solidFill>
                  <a:srgbClr val="FFFFFF"/>
                </a:solidFill>
              </a:rPr>
              <a:t>Institution: </a:t>
            </a:r>
            <a:r>
              <a:rPr lang="en-CA" sz="2000" dirty="0">
                <a:solidFill>
                  <a:srgbClr val="FFFFFF"/>
                </a:solidFill>
              </a:rPr>
              <a:t>St. Clair College</a:t>
            </a: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CA" sz="3500"/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B8EC5-F882-1E63-BE58-A40EC309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95" r="28341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2C428B5-E310-09BD-2507-3D2B8C8B2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901083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0983" y="0"/>
            <a:ext cx="1863017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8" y="609597"/>
            <a:ext cx="6677575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User Story 1 – Security and Operational Analysts</a:t>
            </a:r>
            <a:endParaRPr lang="en-CA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5741" y="2022496"/>
            <a:ext cx="3498410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8358F0-4DAC-B4D6-F774-615B7D5D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07" r="26659" b="1"/>
          <a:stretch>
            <a:fillRect/>
          </a:stretch>
        </p:blipFill>
        <p:spPr>
          <a:xfrm>
            <a:off x="5262282" y="2183362"/>
            <a:ext cx="3268422" cy="3732941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EFF9196C-3887-4B80-8671-3CA6705C1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8907" y="5840356"/>
            <a:ext cx="772076" cy="452147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D1C21DC-5D8B-A6BB-E873-6EA23A5B3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488929"/>
              </p:ext>
            </p:extLst>
          </p:nvPr>
        </p:nvGraphicFramePr>
        <p:xfrm>
          <a:off x="852778" y="2194100"/>
          <a:ext cx="3844727" cy="3908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User Story 2 – Data Engineer / DevOps Engineer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FB65A5-2C54-ACDF-3021-6C80470CC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256503"/>
              </p:ext>
            </p:extLst>
          </p:nvPr>
        </p:nvGraphicFramePr>
        <p:xfrm>
          <a:off x="457200" y="1738673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User Story 3 – Legal and Compliance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As a compliance officer, I want automated compliance reports so that I can ensure legal and privacy regulations are met.</a:t>
            </a:r>
          </a:p>
          <a:p>
            <a:pPr>
              <a:lnSpc>
                <a:spcPct val="90000"/>
              </a:lnSpc>
            </a:pP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Acceptance Criteria:</a:t>
            </a:r>
          </a:p>
          <a:p>
            <a:pPr>
              <a:lnSpc>
                <a:spcPct val="90000"/>
              </a:lnSpc>
            </a:pPr>
            <a:r>
              <a:rPr lang="en-US" sz="2100"/>
              <a:t>- Given vehicle data has been processed</a:t>
            </a:r>
          </a:p>
          <a:p>
            <a:pPr>
              <a:lnSpc>
                <a:spcPct val="90000"/>
              </a:lnSpc>
            </a:pPr>
            <a:r>
              <a:rPr lang="en-US" sz="2100"/>
              <a:t>- When a compliance report is generated</a:t>
            </a:r>
          </a:p>
          <a:p>
            <a:pPr>
              <a:lnSpc>
                <a:spcPct val="90000"/>
              </a:lnSpc>
            </a:pPr>
            <a:r>
              <a:rPr lang="en-US" sz="2100"/>
              <a:t>- Then it provides access logs, security events, and regulation adherence</a:t>
            </a:r>
          </a:p>
          <a:p>
            <a:pPr>
              <a:lnSpc>
                <a:spcPct val="90000"/>
              </a:lnSpc>
            </a:pPr>
            <a:endParaRPr lang="en-US" sz="2100"/>
          </a:p>
          <a:p>
            <a:pPr>
              <a:lnSpc>
                <a:spcPct val="90000"/>
              </a:lnSpc>
            </a:pPr>
            <a:endParaRPr lang="en-US" sz="2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etective">
            <a:extLst>
              <a:ext uri="{FF2B5EF4-FFF2-40B4-BE49-F238E27FC236}">
                <a16:creationId xmlns:a16="http://schemas.microsoft.com/office/drawing/2014/main" id="{67D9CEBD-E875-1286-9161-87D3159CD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79EB-5385-B601-267A-D9046FA6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3164DA-52C4-1249-1EA4-397076EA6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7859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8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2C1E-9CC1-9110-CD89-16355FD2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Use of Large Language Models (LLMs)</a:t>
            </a:r>
            <a:br>
              <a:rPr lang="en-US"/>
            </a:b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AD9244-7114-AC71-1CF7-90C3F9579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02706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486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dirty="0"/>
              <a:t>Conclusion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6DA404-92C0-423E-4AAB-C11E6CA8C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823547"/>
              </p:ext>
            </p:extLst>
          </p:nvPr>
        </p:nvGraphicFramePr>
        <p:xfrm>
          <a:off x="628650" y="1825625"/>
          <a:ext cx="40450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F0EDF-650C-F131-1121-A3CEFF9C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b="1" dirty="0"/>
              <a:t>REFERENCES</a:t>
            </a:r>
            <a:br>
              <a:rPr lang="en-CA" dirty="0"/>
            </a:br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BDC1-5A34-8671-F20F-8F84AB62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1800"/>
              <a:t> </a:t>
            </a:r>
          </a:p>
          <a:p>
            <a:pPr>
              <a:lnSpc>
                <a:spcPct val="90000"/>
              </a:lnSpc>
            </a:pPr>
            <a:r>
              <a:rPr lang="en-CA" sz="1800"/>
              <a:t>Cohn, M. (2004). </a:t>
            </a:r>
            <a:r>
              <a:rPr lang="en-CA" sz="1800" i="1"/>
              <a:t>User stories applied: For agile software development</a:t>
            </a:r>
            <a:r>
              <a:rPr lang="en-CA" sz="1800"/>
              <a:t>. Addison-Wesley Professional.</a:t>
            </a:r>
          </a:p>
          <a:p>
            <a:pPr>
              <a:lnSpc>
                <a:spcPct val="90000"/>
              </a:lnSpc>
            </a:pPr>
            <a:r>
              <a:rPr lang="en-CA" sz="1800"/>
              <a:t>OpenAI. (2023). </a:t>
            </a:r>
            <a:r>
              <a:rPr lang="en-CA" sz="1800" i="1"/>
              <a:t>ChatGPT (GPT-5 mini) [Large language model]</a:t>
            </a:r>
            <a:r>
              <a:rPr lang="en-CA" sz="1800"/>
              <a:t>. </a:t>
            </a:r>
            <a:r>
              <a:rPr lang="en-CA" sz="1800" u="sng">
                <a:hlinkClick r:id="rId2"/>
              </a:rPr>
              <a:t>https://openai.com/chatgpt</a:t>
            </a:r>
            <a:endParaRPr lang="en-CA" sz="1800"/>
          </a:p>
          <a:p>
            <a:pPr>
              <a:lnSpc>
                <a:spcPct val="90000"/>
              </a:lnSpc>
            </a:pPr>
            <a:r>
              <a:rPr lang="en-CA" sz="1800"/>
              <a:t>Project Management Institute. (2021). </a:t>
            </a:r>
            <a:r>
              <a:rPr lang="en-CA" sz="1800" i="1"/>
              <a:t>A guide to the project management body of knowledge (PMBOK® guide) – Seventh edition</a:t>
            </a:r>
            <a:r>
              <a:rPr lang="en-CA" sz="1800"/>
              <a:t>. Project Management Institute.</a:t>
            </a:r>
          </a:p>
          <a:p>
            <a:pPr>
              <a:lnSpc>
                <a:spcPct val="90000"/>
              </a:lnSpc>
            </a:pPr>
            <a:r>
              <a:rPr lang="en-CA" sz="1800"/>
              <a:t>Dang Khan Lu, CEO. (2025). Vehicle Security Operations Center (VSOC) project overview. [Internal company documentation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1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525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Vehicle Security Operations Center (VSOC)</vt:lpstr>
      <vt:lpstr>Introduction</vt:lpstr>
      <vt:lpstr>User Story 1 – Security and Operational Analysts</vt:lpstr>
      <vt:lpstr>User Story 2 – Data Engineer / DevOps Engineer</vt:lpstr>
      <vt:lpstr>User Story 3 – Legal and Compliance Team</vt:lpstr>
      <vt:lpstr>INVEST</vt:lpstr>
      <vt:lpstr>Use of Large Language Models (LLMs) </vt:lpstr>
      <vt:lpstr>Conclusion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Harjeet Kaur Virk</cp:lastModifiedBy>
  <cp:revision>2</cp:revision>
  <dcterms:created xsi:type="dcterms:W3CDTF">2013-01-27T09:14:16Z</dcterms:created>
  <dcterms:modified xsi:type="dcterms:W3CDTF">2025-09-23T21:57:04Z</dcterms:modified>
  <cp:category/>
</cp:coreProperties>
</file>