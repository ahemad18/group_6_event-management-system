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Churn Distribution (Pie Chart)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Pie chart showing 16.8% churn vs 83.2% stay.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of Churn (Bar Chart)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Bar chart comparing the count of churned vs non-churned customers.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Tenure vs OrderCount by Churn (Scatter Plot)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Scatter plot analyzing tenure vs order count by churn status.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Heatmap showing correlation between all numeric variables.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Tree Confusion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Confusion matrix showing model performance with TP, TN, FP, FN.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